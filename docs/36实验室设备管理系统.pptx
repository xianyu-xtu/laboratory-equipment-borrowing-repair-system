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67823" y="2761643"/>
            <a:ext cx="6424177" cy="3595126"/>
          </a:xfrm>
          <a:custGeom>
            <a:avLst/>
            <a:gdLst/>
            <a:ahLst/>
            <a:cxnLst/>
            <a:rect l="l" t="t" r="r" b="b"/>
            <a:pathLst>
              <a:path w="6424177" h="3595126">
                <a:moveTo>
                  <a:pt x="0" y="0"/>
                </a:moveTo>
                <a:lnTo>
                  <a:pt x="6424177" y="0"/>
                </a:lnTo>
                <a:lnTo>
                  <a:pt x="6424177" y="3595126"/>
                </a:lnTo>
                <a:lnTo>
                  <a:pt x="0" y="3595126"/>
                </a:lnTo>
                <a:close/>
              </a:path>
            </a:pathLst>
          </a:cu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5903707"/>
            <a:ext cx="12192000" cy="954294"/>
          </a:xfrm>
          <a:custGeom>
            <a:avLst/>
            <a:gdLst/>
            <a:ahLst/>
            <a:cxnLst/>
            <a:rect l="l" t="t" r="r" b="b"/>
            <a:pathLst>
              <a:path w="12192000" h="954294">
                <a:moveTo>
                  <a:pt x="3687362" y="1113"/>
                </a:moveTo>
                <a:cubicBezTo>
                  <a:pt x="5429622" y="-24938"/>
                  <a:pt x="6923920" y="414684"/>
                  <a:pt x="8341360" y="431055"/>
                </a:cubicBezTo>
                <a:cubicBezTo>
                  <a:pt x="9758800" y="447426"/>
                  <a:pt x="11826240" y="5362"/>
                  <a:pt x="12192000" y="99342"/>
                </a:cubicBezTo>
                <a:lnTo>
                  <a:pt x="12192000" y="954294"/>
                </a:lnTo>
                <a:lnTo>
                  <a:pt x="0" y="954294"/>
                </a:lnTo>
                <a:lnTo>
                  <a:pt x="0" y="442938"/>
                </a:lnTo>
                <a:cubicBezTo>
                  <a:pt x="665360" y="285768"/>
                  <a:pt x="2021122" y="9867"/>
                  <a:pt x="3687362" y="1113"/>
                </a:cubicBezTo>
                <a:close/>
              </a:path>
            </a:pathLst>
          </a:custGeom>
          <a:solidFill>
            <a:srgbClr val="3175E7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 rot="19800000">
            <a:off x="424364" y="1941565"/>
            <a:ext cx="287550" cy="287550"/>
          </a:xfrm>
          <a:prstGeom prst="ellipse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660400" y="2974252"/>
            <a:ext cx="1800000" cy="72000"/>
          </a:xfrm>
          <a:prstGeom prst="rect">
            <a:avLst/>
          </a:prstGeom>
          <a:solidFill>
            <a:srgbClr val="3175E7">
              <a:alpha val="100000"/>
              <a:lumMod val="60000"/>
              <a:lumOff val="4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rot="5400000">
            <a:off x="11119827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rot="5400000">
            <a:off x="11427460" y="681234"/>
            <a:ext cx="182880" cy="182880"/>
          </a:xfrm>
          <a:prstGeom prst="triangle">
            <a:avLst/>
          </a:prstGeom>
          <a:solidFill>
            <a:srgbClr val="1D55B3">
              <a:alpha val="70196"/>
            </a:srgbClr>
          </a:solidFill>
          <a:ln w="19050">
            <a:solidFill>
              <a:srgbClr val="3175E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rot="5400000">
            <a:off x="11735094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0" y="5759770"/>
            <a:ext cx="12192000" cy="1098230"/>
          </a:xfrm>
          <a:custGeom>
            <a:avLst/>
            <a:gdLst/>
            <a:ahLst/>
            <a:cxnLst/>
            <a:rect l="l" t="t" r="r" b="b"/>
            <a:pathLst>
              <a:path w="12192000" h="1098230">
                <a:moveTo>
                  <a:pt x="0" y="0"/>
                </a:moveTo>
                <a:lnTo>
                  <a:pt x="51197" y="27041"/>
                </a:lnTo>
                <a:cubicBezTo>
                  <a:pt x="848757" y="121180"/>
                  <a:pt x="1951634" y="762219"/>
                  <a:pt x="4785361" y="778191"/>
                </a:cubicBezTo>
                <a:cubicBezTo>
                  <a:pt x="7619088" y="794163"/>
                  <a:pt x="8961120" y="263511"/>
                  <a:pt x="10195560" y="214311"/>
                </a:cubicBezTo>
                <a:cubicBezTo>
                  <a:pt x="11430000" y="165112"/>
                  <a:pt x="11859260" y="335674"/>
                  <a:pt x="12192000" y="482994"/>
                </a:cubicBezTo>
                <a:lnTo>
                  <a:pt x="12192000" y="1098230"/>
                </a:lnTo>
                <a:lnTo>
                  <a:pt x="0" y="1098230"/>
                </a:lnTo>
                <a:close/>
              </a:path>
            </a:pathLst>
          </a:cu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0" y="93048"/>
            <a:ext cx="12192000" cy="423601"/>
          </a:xfrm>
          <a:prstGeom prst="rect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0" y="0"/>
            <a:ext cx="12192000" cy="423601"/>
          </a:xfrm>
          <a:prstGeom prst="rect">
            <a:avLst/>
          </a:pr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0" y="635111"/>
            <a:ext cx="938406" cy="492288"/>
          </a:xfrm>
          <a:custGeom>
            <a:avLst/>
            <a:gdLst/>
            <a:ahLst/>
            <a:cxnLst/>
            <a:rect l="l" t="t" r="r" b="b"/>
            <a:pathLst>
              <a:path w="938406" h="492288">
                <a:moveTo>
                  <a:pt x="906006" y="427488"/>
                </a:moveTo>
                <a:cubicBezTo>
                  <a:pt x="923900" y="427488"/>
                  <a:pt x="938406" y="441994"/>
                  <a:pt x="938406" y="459888"/>
                </a:cubicBezTo>
                <a:cubicBezTo>
                  <a:pt x="938406" y="477782"/>
                  <a:pt x="923900" y="492288"/>
                  <a:pt x="906006" y="492288"/>
                </a:cubicBezTo>
                <a:cubicBezTo>
                  <a:pt x="888112" y="492288"/>
                  <a:pt x="873606" y="477782"/>
                  <a:pt x="873606" y="459888"/>
                </a:cubicBezTo>
                <a:cubicBezTo>
                  <a:pt x="873606" y="441994"/>
                  <a:pt x="888112" y="427488"/>
                  <a:pt x="906006" y="427488"/>
                </a:cubicBezTo>
                <a:close/>
                <a:moveTo>
                  <a:pt x="796786" y="427488"/>
                </a:moveTo>
                <a:cubicBezTo>
                  <a:pt x="814680" y="427488"/>
                  <a:pt x="829186" y="441994"/>
                  <a:pt x="829186" y="459888"/>
                </a:cubicBezTo>
                <a:cubicBezTo>
                  <a:pt x="829186" y="477782"/>
                  <a:pt x="814680" y="492288"/>
                  <a:pt x="796786" y="492288"/>
                </a:cubicBezTo>
                <a:cubicBezTo>
                  <a:pt x="778892" y="492288"/>
                  <a:pt x="764386" y="477782"/>
                  <a:pt x="764386" y="459888"/>
                </a:cubicBezTo>
                <a:cubicBezTo>
                  <a:pt x="764386" y="441994"/>
                  <a:pt x="778892" y="427488"/>
                  <a:pt x="796786" y="427488"/>
                </a:cubicBezTo>
                <a:close/>
                <a:moveTo>
                  <a:pt x="687566" y="427488"/>
                </a:moveTo>
                <a:cubicBezTo>
                  <a:pt x="705460" y="427488"/>
                  <a:pt x="719966" y="441994"/>
                  <a:pt x="719966" y="459888"/>
                </a:cubicBezTo>
                <a:cubicBezTo>
                  <a:pt x="719966" y="477782"/>
                  <a:pt x="705460" y="492288"/>
                  <a:pt x="687566" y="492288"/>
                </a:cubicBezTo>
                <a:cubicBezTo>
                  <a:pt x="669672" y="492288"/>
                  <a:pt x="655166" y="477782"/>
                  <a:pt x="655166" y="459888"/>
                </a:cubicBezTo>
                <a:cubicBezTo>
                  <a:pt x="655166" y="441994"/>
                  <a:pt x="669672" y="427488"/>
                  <a:pt x="687566" y="427488"/>
                </a:cubicBezTo>
                <a:close/>
                <a:moveTo>
                  <a:pt x="578346" y="427488"/>
                </a:moveTo>
                <a:lnTo>
                  <a:pt x="578423" y="427520"/>
                </a:lnTo>
                <a:lnTo>
                  <a:pt x="578500" y="427488"/>
                </a:lnTo>
                <a:cubicBezTo>
                  <a:pt x="596394" y="427488"/>
                  <a:pt x="610900" y="441994"/>
                  <a:pt x="610900" y="459888"/>
                </a:cubicBezTo>
                <a:cubicBezTo>
                  <a:pt x="610900" y="477782"/>
                  <a:pt x="596394" y="492288"/>
                  <a:pt x="578500" y="492288"/>
                </a:cubicBezTo>
                <a:lnTo>
                  <a:pt x="578423" y="492256"/>
                </a:lnTo>
                <a:lnTo>
                  <a:pt x="578346" y="492288"/>
                </a:lnTo>
                <a:cubicBezTo>
                  <a:pt x="560452" y="492288"/>
                  <a:pt x="545946" y="477782"/>
                  <a:pt x="545946" y="459888"/>
                </a:cubicBezTo>
                <a:cubicBezTo>
                  <a:pt x="545946" y="441994"/>
                  <a:pt x="560452" y="427488"/>
                  <a:pt x="578346" y="427488"/>
                </a:cubicBezTo>
                <a:close/>
                <a:moveTo>
                  <a:pt x="469126" y="427488"/>
                </a:moveTo>
                <a:lnTo>
                  <a:pt x="469203" y="427520"/>
                </a:lnTo>
                <a:lnTo>
                  <a:pt x="469280" y="427488"/>
                </a:lnTo>
                <a:cubicBezTo>
                  <a:pt x="487174" y="427488"/>
                  <a:pt x="501680" y="441994"/>
                  <a:pt x="501680" y="459888"/>
                </a:cubicBezTo>
                <a:cubicBezTo>
                  <a:pt x="501680" y="477782"/>
                  <a:pt x="487174" y="492288"/>
                  <a:pt x="469280" y="492288"/>
                </a:cubicBezTo>
                <a:lnTo>
                  <a:pt x="469203" y="492256"/>
                </a:lnTo>
                <a:lnTo>
                  <a:pt x="469126" y="492288"/>
                </a:lnTo>
                <a:cubicBezTo>
                  <a:pt x="451232" y="492288"/>
                  <a:pt x="436726" y="477782"/>
                  <a:pt x="436726" y="459888"/>
                </a:cubicBezTo>
                <a:cubicBezTo>
                  <a:pt x="436726" y="441994"/>
                  <a:pt x="451232" y="427488"/>
                  <a:pt x="469126" y="427488"/>
                </a:cubicBezTo>
                <a:close/>
                <a:moveTo>
                  <a:pt x="359906" y="427488"/>
                </a:moveTo>
                <a:lnTo>
                  <a:pt x="359983" y="427520"/>
                </a:lnTo>
                <a:lnTo>
                  <a:pt x="360060" y="427488"/>
                </a:lnTo>
                <a:cubicBezTo>
                  <a:pt x="377954" y="427488"/>
                  <a:pt x="392460" y="441994"/>
                  <a:pt x="392460" y="459888"/>
                </a:cubicBezTo>
                <a:cubicBezTo>
                  <a:pt x="392460" y="477782"/>
                  <a:pt x="377954" y="492288"/>
                  <a:pt x="360060" y="492288"/>
                </a:cubicBezTo>
                <a:lnTo>
                  <a:pt x="359983" y="492256"/>
                </a:lnTo>
                <a:lnTo>
                  <a:pt x="359906" y="492288"/>
                </a:lnTo>
                <a:cubicBezTo>
                  <a:pt x="342012" y="492288"/>
                  <a:pt x="327506" y="477782"/>
                  <a:pt x="327506" y="459888"/>
                </a:cubicBezTo>
                <a:cubicBezTo>
                  <a:pt x="327506" y="441994"/>
                  <a:pt x="342012" y="427488"/>
                  <a:pt x="359906" y="427488"/>
                </a:cubicBezTo>
                <a:close/>
                <a:moveTo>
                  <a:pt x="250840" y="427488"/>
                </a:moveTo>
                <a:cubicBezTo>
                  <a:pt x="268734" y="427488"/>
                  <a:pt x="283240" y="441994"/>
                  <a:pt x="283240" y="459888"/>
                </a:cubicBezTo>
                <a:cubicBezTo>
                  <a:pt x="283240" y="477782"/>
                  <a:pt x="268734" y="492288"/>
                  <a:pt x="250840" y="492288"/>
                </a:cubicBezTo>
                <a:cubicBezTo>
                  <a:pt x="232946" y="492288"/>
                  <a:pt x="218440" y="477782"/>
                  <a:pt x="218440" y="459888"/>
                </a:cubicBezTo>
                <a:cubicBezTo>
                  <a:pt x="218440" y="441994"/>
                  <a:pt x="232946" y="427488"/>
                  <a:pt x="250840" y="427488"/>
                </a:cubicBezTo>
                <a:close/>
                <a:moveTo>
                  <a:pt x="141620" y="427488"/>
                </a:moveTo>
                <a:cubicBezTo>
                  <a:pt x="159514" y="427488"/>
                  <a:pt x="174020" y="441994"/>
                  <a:pt x="174020" y="459888"/>
                </a:cubicBezTo>
                <a:cubicBezTo>
                  <a:pt x="174020" y="477782"/>
                  <a:pt x="159514" y="492288"/>
                  <a:pt x="141620" y="492288"/>
                </a:cubicBezTo>
                <a:cubicBezTo>
                  <a:pt x="123726" y="492288"/>
                  <a:pt x="109220" y="477782"/>
                  <a:pt x="109220" y="459888"/>
                </a:cubicBezTo>
                <a:cubicBezTo>
                  <a:pt x="109220" y="441994"/>
                  <a:pt x="123726" y="427488"/>
                  <a:pt x="141620" y="427488"/>
                </a:cubicBezTo>
                <a:close/>
                <a:moveTo>
                  <a:pt x="32400" y="427488"/>
                </a:moveTo>
                <a:cubicBezTo>
                  <a:pt x="50294" y="427488"/>
                  <a:pt x="64800" y="441994"/>
                  <a:pt x="64800" y="459888"/>
                </a:cubicBezTo>
                <a:cubicBezTo>
                  <a:pt x="64800" y="477782"/>
                  <a:pt x="50294" y="492288"/>
                  <a:pt x="32400" y="492288"/>
                </a:cubicBezTo>
                <a:cubicBezTo>
                  <a:pt x="14506" y="492288"/>
                  <a:pt x="0" y="477782"/>
                  <a:pt x="0" y="459888"/>
                </a:cubicBezTo>
                <a:cubicBezTo>
                  <a:pt x="0" y="441994"/>
                  <a:pt x="14506" y="427488"/>
                  <a:pt x="32400" y="427488"/>
                </a:cubicBezTo>
                <a:close/>
                <a:moveTo>
                  <a:pt x="906006" y="320616"/>
                </a:moveTo>
                <a:cubicBezTo>
                  <a:pt x="923900" y="320616"/>
                  <a:pt x="938406" y="335122"/>
                  <a:pt x="938406" y="353016"/>
                </a:cubicBezTo>
                <a:cubicBezTo>
                  <a:pt x="938406" y="370910"/>
                  <a:pt x="923900" y="385416"/>
                  <a:pt x="906006" y="385416"/>
                </a:cubicBezTo>
                <a:cubicBezTo>
                  <a:pt x="888112" y="385416"/>
                  <a:pt x="873606" y="370910"/>
                  <a:pt x="873606" y="353016"/>
                </a:cubicBezTo>
                <a:cubicBezTo>
                  <a:pt x="873606" y="335122"/>
                  <a:pt x="888112" y="320616"/>
                  <a:pt x="906006" y="320616"/>
                </a:cubicBezTo>
                <a:close/>
                <a:moveTo>
                  <a:pt x="796786" y="320616"/>
                </a:moveTo>
                <a:cubicBezTo>
                  <a:pt x="814680" y="320616"/>
                  <a:pt x="829186" y="335122"/>
                  <a:pt x="829186" y="353016"/>
                </a:cubicBezTo>
                <a:cubicBezTo>
                  <a:pt x="829186" y="370910"/>
                  <a:pt x="814680" y="385416"/>
                  <a:pt x="796786" y="385416"/>
                </a:cubicBezTo>
                <a:cubicBezTo>
                  <a:pt x="778892" y="385416"/>
                  <a:pt x="764386" y="370910"/>
                  <a:pt x="764386" y="353016"/>
                </a:cubicBezTo>
                <a:cubicBezTo>
                  <a:pt x="764386" y="335122"/>
                  <a:pt x="778892" y="320616"/>
                  <a:pt x="796786" y="320616"/>
                </a:cubicBezTo>
                <a:close/>
                <a:moveTo>
                  <a:pt x="687566" y="320616"/>
                </a:moveTo>
                <a:cubicBezTo>
                  <a:pt x="705460" y="320616"/>
                  <a:pt x="719966" y="335122"/>
                  <a:pt x="719966" y="353016"/>
                </a:cubicBezTo>
                <a:cubicBezTo>
                  <a:pt x="719966" y="370910"/>
                  <a:pt x="705460" y="385416"/>
                  <a:pt x="687566" y="385416"/>
                </a:cubicBezTo>
                <a:cubicBezTo>
                  <a:pt x="669672" y="385416"/>
                  <a:pt x="655166" y="370910"/>
                  <a:pt x="655166" y="353016"/>
                </a:cubicBezTo>
                <a:cubicBezTo>
                  <a:pt x="655166" y="335122"/>
                  <a:pt x="669672" y="320616"/>
                  <a:pt x="687566" y="320616"/>
                </a:cubicBezTo>
                <a:close/>
                <a:moveTo>
                  <a:pt x="578346" y="320616"/>
                </a:moveTo>
                <a:lnTo>
                  <a:pt x="578423" y="320648"/>
                </a:lnTo>
                <a:lnTo>
                  <a:pt x="578500" y="320616"/>
                </a:lnTo>
                <a:cubicBezTo>
                  <a:pt x="596394" y="320616"/>
                  <a:pt x="610900" y="335122"/>
                  <a:pt x="610900" y="353016"/>
                </a:cubicBezTo>
                <a:cubicBezTo>
                  <a:pt x="610900" y="370910"/>
                  <a:pt x="596394" y="385416"/>
                  <a:pt x="578500" y="385416"/>
                </a:cubicBezTo>
                <a:lnTo>
                  <a:pt x="578423" y="385384"/>
                </a:lnTo>
                <a:lnTo>
                  <a:pt x="578346" y="385416"/>
                </a:lnTo>
                <a:cubicBezTo>
                  <a:pt x="560452" y="385416"/>
                  <a:pt x="545946" y="370910"/>
                  <a:pt x="545946" y="353016"/>
                </a:cubicBezTo>
                <a:cubicBezTo>
                  <a:pt x="545946" y="335122"/>
                  <a:pt x="560452" y="320616"/>
                  <a:pt x="578346" y="320616"/>
                </a:cubicBezTo>
                <a:close/>
                <a:moveTo>
                  <a:pt x="469126" y="320616"/>
                </a:moveTo>
                <a:lnTo>
                  <a:pt x="469203" y="320648"/>
                </a:lnTo>
                <a:lnTo>
                  <a:pt x="469280" y="320616"/>
                </a:lnTo>
                <a:cubicBezTo>
                  <a:pt x="487174" y="320616"/>
                  <a:pt x="501680" y="335122"/>
                  <a:pt x="501680" y="353016"/>
                </a:cubicBezTo>
                <a:cubicBezTo>
                  <a:pt x="501680" y="370910"/>
                  <a:pt x="487174" y="385416"/>
                  <a:pt x="469280" y="385416"/>
                </a:cubicBezTo>
                <a:lnTo>
                  <a:pt x="469203" y="385384"/>
                </a:lnTo>
                <a:lnTo>
                  <a:pt x="469126" y="385416"/>
                </a:lnTo>
                <a:cubicBezTo>
                  <a:pt x="451232" y="385416"/>
                  <a:pt x="436726" y="370910"/>
                  <a:pt x="436726" y="353016"/>
                </a:cubicBezTo>
                <a:cubicBezTo>
                  <a:pt x="436726" y="335122"/>
                  <a:pt x="451232" y="320616"/>
                  <a:pt x="469126" y="320616"/>
                </a:cubicBezTo>
                <a:close/>
                <a:moveTo>
                  <a:pt x="359906" y="320616"/>
                </a:moveTo>
                <a:lnTo>
                  <a:pt x="359983" y="320648"/>
                </a:lnTo>
                <a:lnTo>
                  <a:pt x="360060" y="320616"/>
                </a:lnTo>
                <a:cubicBezTo>
                  <a:pt x="377954" y="320616"/>
                  <a:pt x="392460" y="335122"/>
                  <a:pt x="392460" y="353016"/>
                </a:cubicBezTo>
                <a:cubicBezTo>
                  <a:pt x="392460" y="370910"/>
                  <a:pt x="377954" y="385416"/>
                  <a:pt x="360060" y="385416"/>
                </a:cubicBezTo>
                <a:lnTo>
                  <a:pt x="359983" y="385384"/>
                </a:lnTo>
                <a:lnTo>
                  <a:pt x="359906" y="385416"/>
                </a:lnTo>
                <a:cubicBezTo>
                  <a:pt x="342012" y="385416"/>
                  <a:pt x="327506" y="370910"/>
                  <a:pt x="327506" y="353016"/>
                </a:cubicBezTo>
                <a:cubicBezTo>
                  <a:pt x="327506" y="335122"/>
                  <a:pt x="342012" y="320616"/>
                  <a:pt x="359906" y="320616"/>
                </a:cubicBezTo>
                <a:close/>
                <a:moveTo>
                  <a:pt x="250840" y="320616"/>
                </a:moveTo>
                <a:cubicBezTo>
                  <a:pt x="268734" y="320616"/>
                  <a:pt x="283240" y="335122"/>
                  <a:pt x="283240" y="353016"/>
                </a:cubicBezTo>
                <a:cubicBezTo>
                  <a:pt x="283240" y="370910"/>
                  <a:pt x="268734" y="385416"/>
                  <a:pt x="250840" y="385416"/>
                </a:cubicBezTo>
                <a:cubicBezTo>
                  <a:pt x="232946" y="385416"/>
                  <a:pt x="218440" y="370910"/>
                  <a:pt x="218440" y="353016"/>
                </a:cubicBezTo>
                <a:cubicBezTo>
                  <a:pt x="218440" y="335122"/>
                  <a:pt x="232946" y="320616"/>
                  <a:pt x="250840" y="320616"/>
                </a:cubicBezTo>
                <a:close/>
                <a:moveTo>
                  <a:pt x="141620" y="320616"/>
                </a:moveTo>
                <a:cubicBezTo>
                  <a:pt x="159514" y="320616"/>
                  <a:pt x="174020" y="335122"/>
                  <a:pt x="174020" y="353016"/>
                </a:cubicBezTo>
                <a:cubicBezTo>
                  <a:pt x="174020" y="370910"/>
                  <a:pt x="159514" y="385416"/>
                  <a:pt x="141620" y="385416"/>
                </a:cubicBezTo>
                <a:cubicBezTo>
                  <a:pt x="123726" y="385416"/>
                  <a:pt x="109220" y="370910"/>
                  <a:pt x="109220" y="353016"/>
                </a:cubicBezTo>
                <a:cubicBezTo>
                  <a:pt x="109220" y="335122"/>
                  <a:pt x="123726" y="320616"/>
                  <a:pt x="141620" y="320616"/>
                </a:cubicBezTo>
                <a:close/>
                <a:moveTo>
                  <a:pt x="32400" y="320616"/>
                </a:moveTo>
                <a:cubicBezTo>
                  <a:pt x="50294" y="320616"/>
                  <a:pt x="64800" y="335122"/>
                  <a:pt x="64800" y="353016"/>
                </a:cubicBezTo>
                <a:cubicBezTo>
                  <a:pt x="64800" y="370910"/>
                  <a:pt x="50294" y="385416"/>
                  <a:pt x="32400" y="385416"/>
                </a:cubicBezTo>
                <a:cubicBezTo>
                  <a:pt x="14506" y="385416"/>
                  <a:pt x="0" y="370910"/>
                  <a:pt x="0" y="353016"/>
                </a:cubicBezTo>
                <a:cubicBezTo>
                  <a:pt x="0" y="335122"/>
                  <a:pt x="14506" y="320616"/>
                  <a:pt x="32400" y="320616"/>
                </a:cubicBezTo>
                <a:close/>
                <a:moveTo>
                  <a:pt x="906006" y="213744"/>
                </a:moveTo>
                <a:cubicBezTo>
                  <a:pt x="923900" y="213744"/>
                  <a:pt x="938406" y="228250"/>
                  <a:pt x="938406" y="246144"/>
                </a:cubicBezTo>
                <a:cubicBezTo>
                  <a:pt x="938406" y="264038"/>
                  <a:pt x="923900" y="278544"/>
                  <a:pt x="906006" y="278544"/>
                </a:cubicBezTo>
                <a:cubicBezTo>
                  <a:pt x="888112" y="278544"/>
                  <a:pt x="873606" y="264038"/>
                  <a:pt x="873606" y="246144"/>
                </a:cubicBezTo>
                <a:cubicBezTo>
                  <a:pt x="873606" y="228250"/>
                  <a:pt x="888112" y="213744"/>
                  <a:pt x="906006" y="213744"/>
                </a:cubicBezTo>
                <a:close/>
                <a:moveTo>
                  <a:pt x="796786" y="213744"/>
                </a:moveTo>
                <a:cubicBezTo>
                  <a:pt x="814680" y="213744"/>
                  <a:pt x="829186" y="228250"/>
                  <a:pt x="829186" y="246144"/>
                </a:cubicBezTo>
                <a:cubicBezTo>
                  <a:pt x="829186" y="264038"/>
                  <a:pt x="814680" y="278544"/>
                  <a:pt x="796786" y="278544"/>
                </a:cubicBezTo>
                <a:cubicBezTo>
                  <a:pt x="778892" y="278544"/>
                  <a:pt x="764386" y="264038"/>
                  <a:pt x="764386" y="246144"/>
                </a:cubicBezTo>
                <a:cubicBezTo>
                  <a:pt x="764386" y="228250"/>
                  <a:pt x="778892" y="213744"/>
                  <a:pt x="796786" y="213744"/>
                </a:cubicBezTo>
                <a:close/>
                <a:moveTo>
                  <a:pt x="687566" y="213744"/>
                </a:moveTo>
                <a:cubicBezTo>
                  <a:pt x="705460" y="213744"/>
                  <a:pt x="719966" y="228250"/>
                  <a:pt x="719966" y="246144"/>
                </a:cubicBezTo>
                <a:cubicBezTo>
                  <a:pt x="719966" y="264038"/>
                  <a:pt x="705460" y="278544"/>
                  <a:pt x="687566" y="278544"/>
                </a:cubicBezTo>
                <a:cubicBezTo>
                  <a:pt x="669672" y="278544"/>
                  <a:pt x="655166" y="264038"/>
                  <a:pt x="655166" y="246144"/>
                </a:cubicBezTo>
                <a:cubicBezTo>
                  <a:pt x="655166" y="228250"/>
                  <a:pt x="669672" y="213744"/>
                  <a:pt x="687566" y="213744"/>
                </a:cubicBezTo>
                <a:close/>
                <a:moveTo>
                  <a:pt x="578346" y="213744"/>
                </a:moveTo>
                <a:lnTo>
                  <a:pt x="578423" y="213776"/>
                </a:lnTo>
                <a:lnTo>
                  <a:pt x="578500" y="213744"/>
                </a:lnTo>
                <a:cubicBezTo>
                  <a:pt x="596394" y="213744"/>
                  <a:pt x="610900" y="228250"/>
                  <a:pt x="610900" y="246144"/>
                </a:cubicBezTo>
                <a:cubicBezTo>
                  <a:pt x="610900" y="264038"/>
                  <a:pt x="596394" y="278544"/>
                  <a:pt x="578500" y="278544"/>
                </a:cubicBezTo>
                <a:lnTo>
                  <a:pt x="578423" y="278512"/>
                </a:lnTo>
                <a:lnTo>
                  <a:pt x="578346" y="278544"/>
                </a:lnTo>
                <a:cubicBezTo>
                  <a:pt x="560452" y="278544"/>
                  <a:pt x="545946" y="264038"/>
                  <a:pt x="545946" y="246144"/>
                </a:cubicBezTo>
                <a:cubicBezTo>
                  <a:pt x="545946" y="228250"/>
                  <a:pt x="560452" y="213744"/>
                  <a:pt x="578346" y="213744"/>
                </a:cubicBezTo>
                <a:close/>
                <a:moveTo>
                  <a:pt x="469126" y="213744"/>
                </a:moveTo>
                <a:lnTo>
                  <a:pt x="469203" y="213776"/>
                </a:lnTo>
                <a:lnTo>
                  <a:pt x="469280" y="213744"/>
                </a:lnTo>
                <a:cubicBezTo>
                  <a:pt x="487174" y="213744"/>
                  <a:pt x="501680" y="228250"/>
                  <a:pt x="501680" y="246144"/>
                </a:cubicBezTo>
                <a:cubicBezTo>
                  <a:pt x="501680" y="264038"/>
                  <a:pt x="487174" y="278544"/>
                  <a:pt x="469280" y="278544"/>
                </a:cubicBezTo>
                <a:lnTo>
                  <a:pt x="469203" y="278512"/>
                </a:lnTo>
                <a:lnTo>
                  <a:pt x="469126" y="278544"/>
                </a:lnTo>
                <a:cubicBezTo>
                  <a:pt x="451232" y="278544"/>
                  <a:pt x="436726" y="264038"/>
                  <a:pt x="436726" y="246144"/>
                </a:cubicBezTo>
                <a:cubicBezTo>
                  <a:pt x="436726" y="228250"/>
                  <a:pt x="451232" y="213744"/>
                  <a:pt x="469126" y="213744"/>
                </a:cubicBezTo>
                <a:close/>
                <a:moveTo>
                  <a:pt x="359906" y="213744"/>
                </a:moveTo>
                <a:lnTo>
                  <a:pt x="359983" y="213776"/>
                </a:lnTo>
                <a:lnTo>
                  <a:pt x="360060" y="213744"/>
                </a:lnTo>
                <a:cubicBezTo>
                  <a:pt x="377954" y="213744"/>
                  <a:pt x="392460" y="228250"/>
                  <a:pt x="392460" y="246144"/>
                </a:cubicBezTo>
                <a:cubicBezTo>
                  <a:pt x="392460" y="264038"/>
                  <a:pt x="377954" y="278544"/>
                  <a:pt x="360060" y="278544"/>
                </a:cubicBezTo>
                <a:lnTo>
                  <a:pt x="359983" y="278512"/>
                </a:lnTo>
                <a:lnTo>
                  <a:pt x="359906" y="278544"/>
                </a:lnTo>
                <a:cubicBezTo>
                  <a:pt x="342012" y="278544"/>
                  <a:pt x="327506" y="264038"/>
                  <a:pt x="327506" y="246144"/>
                </a:cubicBezTo>
                <a:cubicBezTo>
                  <a:pt x="327506" y="228250"/>
                  <a:pt x="342012" y="213744"/>
                  <a:pt x="359906" y="213744"/>
                </a:cubicBezTo>
                <a:close/>
                <a:moveTo>
                  <a:pt x="250840" y="213744"/>
                </a:moveTo>
                <a:cubicBezTo>
                  <a:pt x="268734" y="213744"/>
                  <a:pt x="283240" y="228250"/>
                  <a:pt x="283240" y="246144"/>
                </a:cubicBezTo>
                <a:cubicBezTo>
                  <a:pt x="283240" y="264038"/>
                  <a:pt x="268734" y="278544"/>
                  <a:pt x="250840" y="278544"/>
                </a:cubicBezTo>
                <a:cubicBezTo>
                  <a:pt x="232946" y="278544"/>
                  <a:pt x="218440" y="264038"/>
                  <a:pt x="218440" y="246144"/>
                </a:cubicBezTo>
                <a:cubicBezTo>
                  <a:pt x="218440" y="228250"/>
                  <a:pt x="232946" y="213744"/>
                  <a:pt x="250840" y="213744"/>
                </a:cubicBezTo>
                <a:close/>
                <a:moveTo>
                  <a:pt x="141620" y="213744"/>
                </a:moveTo>
                <a:cubicBezTo>
                  <a:pt x="159514" y="213744"/>
                  <a:pt x="174020" y="228250"/>
                  <a:pt x="174020" y="246144"/>
                </a:cubicBezTo>
                <a:cubicBezTo>
                  <a:pt x="174020" y="264038"/>
                  <a:pt x="159514" y="278544"/>
                  <a:pt x="141620" y="278544"/>
                </a:cubicBezTo>
                <a:cubicBezTo>
                  <a:pt x="123726" y="278544"/>
                  <a:pt x="109220" y="264038"/>
                  <a:pt x="109220" y="246144"/>
                </a:cubicBezTo>
                <a:cubicBezTo>
                  <a:pt x="109220" y="228250"/>
                  <a:pt x="123726" y="213744"/>
                  <a:pt x="141620" y="213744"/>
                </a:cubicBezTo>
                <a:close/>
                <a:moveTo>
                  <a:pt x="32400" y="213744"/>
                </a:moveTo>
                <a:cubicBezTo>
                  <a:pt x="50294" y="213744"/>
                  <a:pt x="64800" y="228250"/>
                  <a:pt x="64800" y="246144"/>
                </a:cubicBezTo>
                <a:cubicBezTo>
                  <a:pt x="64800" y="264038"/>
                  <a:pt x="50294" y="278544"/>
                  <a:pt x="32400" y="278544"/>
                </a:cubicBezTo>
                <a:cubicBezTo>
                  <a:pt x="14506" y="278544"/>
                  <a:pt x="0" y="264038"/>
                  <a:pt x="0" y="246144"/>
                </a:cubicBezTo>
                <a:cubicBezTo>
                  <a:pt x="0" y="228250"/>
                  <a:pt x="14506" y="213744"/>
                  <a:pt x="32400" y="213744"/>
                </a:cubicBezTo>
                <a:close/>
                <a:moveTo>
                  <a:pt x="906006" y="106872"/>
                </a:moveTo>
                <a:cubicBezTo>
                  <a:pt x="923900" y="106872"/>
                  <a:pt x="938406" y="121378"/>
                  <a:pt x="938406" y="139272"/>
                </a:cubicBezTo>
                <a:cubicBezTo>
                  <a:pt x="938406" y="157166"/>
                  <a:pt x="923900" y="171672"/>
                  <a:pt x="906006" y="171672"/>
                </a:cubicBezTo>
                <a:cubicBezTo>
                  <a:pt x="888112" y="171672"/>
                  <a:pt x="873606" y="157166"/>
                  <a:pt x="873606" y="139272"/>
                </a:cubicBezTo>
                <a:cubicBezTo>
                  <a:pt x="873606" y="121378"/>
                  <a:pt x="888112" y="106872"/>
                  <a:pt x="906006" y="106872"/>
                </a:cubicBezTo>
                <a:close/>
                <a:moveTo>
                  <a:pt x="796786" y="106872"/>
                </a:moveTo>
                <a:cubicBezTo>
                  <a:pt x="814680" y="106872"/>
                  <a:pt x="829186" y="121378"/>
                  <a:pt x="829186" y="139272"/>
                </a:cubicBezTo>
                <a:cubicBezTo>
                  <a:pt x="829186" y="157166"/>
                  <a:pt x="814680" y="171672"/>
                  <a:pt x="796786" y="171672"/>
                </a:cubicBezTo>
                <a:cubicBezTo>
                  <a:pt x="778892" y="171672"/>
                  <a:pt x="764386" y="157166"/>
                  <a:pt x="764386" y="139272"/>
                </a:cubicBezTo>
                <a:cubicBezTo>
                  <a:pt x="764386" y="121378"/>
                  <a:pt x="778892" y="106872"/>
                  <a:pt x="796786" y="106872"/>
                </a:cubicBezTo>
                <a:close/>
                <a:moveTo>
                  <a:pt x="687566" y="106872"/>
                </a:moveTo>
                <a:cubicBezTo>
                  <a:pt x="705460" y="106872"/>
                  <a:pt x="719966" y="121378"/>
                  <a:pt x="719966" y="139272"/>
                </a:cubicBezTo>
                <a:cubicBezTo>
                  <a:pt x="719966" y="157166"/>
                  <a:pt x="705460" y="171672"/>
                  <a:pt x="687566" y="171672"/>
                </a:cubicBezTo>
                <a:cubicBezTo>
                  <a:pt x="669672" y="171672"/>
                  <a:pt x="655166" y="157166"/>
                  <a:pt x="655166" y="139272"/>
                </a:cubicBezTo>
                <a:cubicBezTo>
                  <a:pt x="655166" y="121378"/>
                  <a:pt x="669672" y="106872"/>
                  <a:pt x="687566" y="106872"/>
                </a:cubicBezTo>
                <a:close/>
                <a:moveTo>
                  <a:pt x="578346" y="106872"/>
                </a:moveTo>
                <a:lnTo>
                  <a:pt x="578423" y="106904"/>
                </a:lnTo>
                <a:lnTo>
                  <a:pt x="578500" y="106872"/>
                </a:lnTo>
                <a:cubicBezTo>
                  <a:pt x="596394" y="106872"/>
                  <a:pt x="610900" y="121378"/>
                  <a:pt x="610900" y="139272"/>
                </a:cubicBezTo>
                <a:cubicBezTo>
                  <a:pt x="610900" y="157166"/>
                  <a:pt x="596394" y="171672"/>
                  <a:pt x="578500" y="171672"/>
                </a:cubicBezTo>
                <a:lnTo>
                  <a:pt x="578423" y="171640"/>
                </a:lnTo>
                <a:lnTo>
                  <a:pt x="578346" y="171672"/>
                </a:lnTo>
                <a:cubicBezTo>
                  <a:pt x="560452" y="171672"/>
                  <a:pt x="545946" y="157166"/>
                  <a:pt x="545946" y="139272"/>
                </a:cubicBezTo>
                <a:cubicBezTo>
                  <a:pt x="545946" y="121378"/>
                  <a:pt x="560452" y="106872"/>
                  <a:pt x="578346" y="106872"/>
                </a:cubicBezTo>
                <a:close/>
                <a:moveTo>
                  <a:pt x="469126" y="106872"/>
                </a:moveTo>
                <a:lnTo>
                  <a:pt x="469203" y="106904"/>
                </a:lnTo>
                <a:lnTo>
                  <a:pt x="469280" y="106872"/>
                </a:lnTo>
                <a:cubicBezTo>
                  <a:pt x="487174" y="106872"/>
                  <a:pt x="501680" y="121378"/>
                  <a:pt x="501680" y="139272"/>
                </a:cubicBezTo>
                <a:cubicBezTo>
                  <a:pt x="501680" y="157166"/>
                  <a:pt x="487174" y="171672"/>
                  <a:pt x="469280" y="171672"/>
                </a:cubicBezTo>
                <a:lnTo>
                  <a:pt x="469203" y="171640"/>
                </a:lnTo>
                <a:lnTo>
                  <a:pt x="469126" y="171672"/>
                </a:lnTo>
                <a:cubicBezTo>
                  <a:pt x="451232" y="171672"/>
                  <a:pt x="436726" y="157166"/>
                  <a:pt x="436726" y="139272"/>
                </a:cubicBezTo>
                <a:cubicBezTo>
                  <a:pt x="436726" y="121378"/>
                  <a:pt x="451232" y="106872"/>
                  <a:pt x="469126" y="106872"/>
                </a:cubicBezTo>
                <a:close/>
                <a:moveTo>
                  <a:pt x="359906" y="106872"/>
                </a:moveTo>
                <a:lnTo>
                  <a:pt x="359983" y="106904"/>
                </a:lnTo>
                <a:lnTo>
                  <a:pt x="360060" y="106872"/>
                </a:lnTo>
                <a:cubicBezTo>
                  <a:pt x="377954" y="106872"/>
                  <a:pt x="392460" y="121378"/>
                  <a:pt x="392460" y="139272"/>
                </a:cubicBezTo>
                <a:cubicBezTo>
                  <a:pt x="392460" y="157166"/>
                  <a:pt x="377954" y="171672"/>
                  <a:pt x="360060" y="171672"/>
                </a:cubicBezTo>
                <a:lnTo>
                  <a:pt x="359983" y="171640"/>
                </a:lnTo>
                <a:lnTo>
                  <a:pt x="359906" y="171672"/>
                </a:lnTo>
                <a:cubicBezTo>
                  <a:pt x="342012" y="171672"/>
                  <a:pt x="327506" y="157166"/>
                  <a:pt x="327506" y="139272"/>
                </a:cubicBezTo>
                <a:cubicBezTo>
                  <a:pt x="327506" y="121378"/>
                  <a:pt x="342012" y="106872"/>
                  <a:pt x="359906" y="106872"/>
                </a:cubicBezTo>
                <a:close/>
                <a:moveTo>
                  <a:pt x="250840" y="106872"/>
                </a:moveTo>
                <a:cubicBezTo>
                  <a:pt x="268734" y="106872"/>
                  <a:pt x="283240" y="121378"/>
                  <a:pt x="283240" y="139272"/>
                </a:cubicBezTo>
                <a:cubicBezTo>
                  <a:pt x="283240" y="157166"/>
                  <a:pt x="268734" y="171672"/>
                  <a:pt x="250840" y="171672"/>
                </a:cubicBezTo>
                <a:cubicBezTo>
                  <a:pt x="232946" y="171672"/>
                  <a:pt x="218440" y="157166"/>
                  <a:pt x="218440" y="139272"/>
                </a:cubicBezTo>
                <a:cubicBezTo>
                  <a:pt x="218440" y="121378"/>
                  <a:pt x="232946" y="106872"/>
                  <a:pt x="250840" y="106872"/>
                </a:cubicBezTo>
                <a:close/>
                <a:moveTo>
                  <a:pt x="141620" y="106872"/>
                </a:moveTo>
                <a:cubicBezTo>
                  <a:pt x="159514" y="106872"/>
                  <a:pt x="174020" y="121378"/>
                  <a:pt x="174020" y="139272"/>
                </a:cubicBezTo>
                <a:cubicBezTo>
                  <a:pt x="174020" y="157166"/>
                  <a:pt x="159514" y="171672"/>
                  <a:pt x="141620" y="171672"/>
                </a:cubicBezTo>
                <a:cubicBezTo>
                  <a:pt x="123726" y="171672"/>
                  <a:pt x="109220" y="157166"/>
                  <a:pt x="109220" y="139272"/>
                </a:cubicBezTo>
                <a:cubicBezTo>
                  <a:pt x="109220" y="121378"/>
                  <a:pt x="123726" y="106872"/>
                  <a:pt x="141620" y="106872"/>
                </a:cubicBezTo>
                <a:close/>
                <a:moveTo>
                  <a:pt x="32400" y="106872"/>
                </a:moveTo>
                <a:cubicBezTo>
                  <a:pt x="50294" y="106872"/>
                  <a:pt x="64800" y="121378"/>
                  <a:pt x="64800" y="139272"/>
                </a:cubicBezTo>
                <a:cubicBezTo>
                  <a:pt x="64800" y="157166"/>
                  <a:pt x="50294" y="171672"/>
                  <a:pt x="32400" y="171672"/>
                </a:cubicBezTo>
                <a:cubicBezTo>
                  <a:pt x="14506" y="171672"/>
                  <a:pt x="0" y="157166"/>
                  <a:pt x="0" y="139272"/>
                </a:cubicBezTo>
                <a:cubicBezTo>
                  <a:pt x="0" y="121378"/>
                  <a:pt x="14506" y="106872"/>
                  <a:pt x="32400" y="106872"/>
                </a:cubicBezTo>
                <a:close/>
                <a:moveTo>
                  <a:pt x="906006" y="0"/>
                </a:moveTo>
                <a:cubicBezTo>
                  <a:pt x="923900" y="0"/>
                  <a:pt x="938406" y="14506"/>
                  <a:pt x="938406" y="32400"/>
                </a:cubicBezTo>
                <a:cubicBezTo>
                  <a:pt x="938406" y="50294"/>
                  <a:pt x="923900" y="64800"/>
                  <a:pt x="906006" y="64800"/>
                </a:cubicBezTo>
                <a:cubicBezTo>
                  <a:pt x="888112" y="64800"/>
                  <a:pt x="873606" y="50294"/>
                  <a:pt x="873606" y="32400"/>
                </a:cubicBezTo>
                <a:cubicBezTo>
                  <a:pt x="873606" y="14506"/>
                  <a:pt x="888112" y="0"/>
                  <a:pt x="906006" y="0"/>
                </a:cubicBezTo>
                <a:close/>
                <a:moveTo>
                  <a:pt x="796786" y="0"/>
                </a:moveTo>
                <a:cubicBezTo>
                  <a:pt x="814680" y="0"/>
                  <a:pt x="829186" y="14506"/>
                  <a:pt x="829186" y="32400"/>
                </a:cubicBezTo>
                <a:cubicBezTo>
                  <a:pt x="829186" y="50294"/>
                  <a:pt x="814680" y="64800"/>
                  <a:pt x="796786" y="64800"/>
                </a:cubicBezTo>
                <a:cubicBezTo>
                  <a:pt x="778892" y="64800"/>
                  <a:pt x="764386" y="50294"/>
                  <a:pt x="764386" y="32400"/>
                </a:cubicBezTo>
                <a:cubicBezTo>
                  <a:pt x="764386" y="14506"/>
                  <a:pt x="778892" y="0"/>
                  <a:pt x="796786" y="0"/>
                </a:cubicBezTo>
                <a:close/>
                <a:moveTo>
                  <a:pt x="687566" y="0"/>
                </a:moveTo>
                <a:cubicBezTo>
                  <a:pt x="705460" y="0"/>
                  <a:pt x="719966" y="14506"/>
                  <a:pt x="719966" y="32400"/>
                </a:cubicBezTo>
                <a:cubicBezTo>
                  <a:pt x="719966" y="50294"/>
                  <a:pt x="705460" y="64800"/>
                  <a:pt x="687566" y="64800"/>
                </a:cubicBezTo>
                <a:cubicBezTo>
                  <a:pt x="669672" y="64800"/>
                  <a:pt x="655166" y="50294"/>
                  <a:pt x="655166" y="32400"/>
                </a:cubicBezTo>
                <a:cubicBezTo>
                  <a:pt x="655166" y="14506"/>
                  <a:pt x="669672" y="0"/>
                  <a:pt x="687566" y="0"/>
                </a:cubicBezTo>
                <a:close/>
                <a:moveTo>
                  <a:pt x="578346" y="0"/>
                </a:moveTo>
                <a:lnTo>
                  <a:pt x="578423" y="32"/>
                </a:lnTo>
                <a:lnTo>
                  <a:pt x="578500" y="0"/>
                </a:lnTo>
                <a:cubicBezTo>
                  <a:pt x="596394" y="0"/>
                  <a:pt x="610900" y="14506"/>
                  <a:pt x="610900" y="32400"/>
                </a:cubicBezTo>
                <a:cubicBezTo>
                  <a:pt x="610900" y="50294"/>
                  <a:pt x="596394" y="64800"/>
                  <a:pt x="578500" y="64800"/>
                </a:cubicBezTo>
                <a:lnTo>
                  <a:pt x="578423" y="64768"/>
                </a:lnTo>
                <a:lnTo>
                  <a:pt x="578346" y="64800"/>
                </a:lnTo>
                <a:cubicBezTo>
                  <a:pt x="560452" y="64800"/>
                  <a:pt x="545946" y="50294"/>
                  <a:pt x="545946" y="32400"/>
                </a:cubicBezTo>
                <a:cubicBezTo>
                  <a:pt x="545946" y="14506"/>
                  <a:pt x="560452" y="0"/>
                  <a:pt x="578346" y="0"/>
                </a:cubicBezTo>
                <a:close/>
                <a:moveTo>
                  <a:pt x="469126" y="0"/>
                </a:moveTo>
                <a:lnTo>
                  <a:pt x="469203" y="32"/>
                </a:lnTo>
                <a:lnTo>
                  <a:pt x="469280" y="0"/>
                </a:lnTo>
                <a:cubicBezTo>
                  <a:pt x="487174" y="0"/>
                  <a:pt x="501680" y="14506"/>
                  <a:pt x="501680" y="32400"/>
                </a:cubicBezTo>
                <a:cubicBezTo>
                  <a:pt x="501680" y="50294"/>
                  <a:pt x="487174" y="64800"/>
                  <a:pt x="469280" y="64800"/>
                </a:cubicBezTo>
                <a:lnTo>
                  <a:pt x="469203" y="64768"/>
                </a:lnTo>
                <a:lnTo>
                  <a:pt x="469126" y="64800"/>
                </a:lnTo>
                <a:cubicBezTo>
                  <a:pt x="451232" y="64800"/>
                  <a:pt x="436726" y="50294"/>
                  <a:pt x="436726" y="32400"/>
                </a:cubicBezTo>
                <a:cubicBezTo>
                  <a:pt x="436726" y="14506"/>
                  <a:pt x="451232" y="0"/>
                  <a:pt x="469126" y="0"/>
                </a:cubicBezTo>
                <a:close/>
                <a:moveTo>
                  <a:pt x="359906" y="0"/>
                </a:moveTo>
                <a:lnTo>
                  <a:pt x="359983" y="32"/>
                </a:lnTo>
                <a:lnTo>
                  <a:pt x="360060" y="0"/>
                </a:lnTo>
                <a:cubicBezTo>
                  <a:pt x="377954" y="0"/>
                  <a:pt x="392460" y="14506"/>
                  <a:pt x="392460" y="32400"/>
                </a:cubicBezTo>
                <a:cubicBezTo>
                  <a:pt x="392460" y="50294"/>
                  <a:pt x="377954" y="64800"/>
                  <a:pt x="360060" y="64800"/>
                </a:cubicBezTo>
                <a:lnTo>
                  <a:pt x="359983" y="64768"/>
                </a:lnTo>
                <a:lnTo>
                  <a:pt x="359906" y="64800"/>
                </a:lnTo>
                <a:cubicBezTo>
                  <a:pt x="342012" y="64800"/>
                  <a:pt x="327506" y="50294"/>
                  <a:pt x="327506" y="32400"/>
                </a:cubicBezTo>
                <a:cubicBezTo>
                  <a:pt x="327506" y="14506"/>
                  <a:pt x="342012" y="0"/>
                  <a:pt x="359906" y="0"/>
                </a:cubicBezTo>
                <a:close/>
                <a:moveTo>
                  <a:pt x="250840" y="0"/>
                </a:moveTo>
                <a:cubicBezTo>
                  <a:pt x="268734" y="0"/>
                  <a:pt x="283240" y="14506"/>
                  <a:pt x="283240" y="32400"/>
                </a:cubicBezTo>
                <a:cubicBezTo>
                  <a:pt x="283240" y="50294"/>
                  <a:pt x="268734" y="64800"/>
                  <a:pt x="250840" y="64800"/>
                </a:cubicBezTo>
                <a:cubicBezTo>
                  <a:pt x="232946" y="64800"/>
                  <a:pt x="218440" y="50294"/>
                  <a:pt x="218440" y="32400"/>
                </a:cubicBezTo>
                <a:cubicBezTo>
                  <a:pt x="218440" y="14506"/>
                  <a:pt x="232946" y="0"/>
                  <a:pt x="250840" y="0"/>
                </a:cubicBezTo>
                <a:close/>
                <a:moveTo>
                  <a:pt x="141620" y="0"/>
                </a:moveTo>
                <a:cubicBezTo>
                  <a:pt x="159514" y="0"/>
                  <a:pt x="174020" y="14506"/>
                  <a:pt x="174020" y="32400"/>
                </a:cubicBezTo>
                <a:cubicBezTo>
                  <a:pt x="174020" y="50294"/>
                  <a:pt x="159514" y="64800"/>
                  <a:pt x="141620" y="64800"/>
                </a:cubicBezTo>
                <a:cubicBezTo>
                  <a:pt x="123726" y="64800"/>
                  <a:pt x="109220" y="50294"/>
                  <a:pt x="109220" y="32400"/>
                </a:cubicBezTo>
                <a:cubicBezTo>
                  <a:pt x="109220" y="14506"/>
                  <a:pt x="123726" y="0"/>
                  <a:pt x="141620" y="0"/>
                </a:cubicBezTo>
                <a:close/>
                <a:moveTo>
                  <a:pt x="32400" y="0"/>
                </a:moveTo>
                <a:cubicBezTo>
                  <a:pt x="50294" y="0"/>
                  <a:pt x="64800" y="14506"/>
                  <a:pt x="64800" y="32400"/>
                </a:cubicBezTo>
                <a:cubicBezTo>
                  <a:pt x="64800" y="50294"/>
                  <a:pt x="50294" y="64800"/>
                  <a:pt x="32400" y="64800"/>
                </a:cubicBezTo>
                <a:cubicBezTo>
                  <a:pt x="14506" y="64800"/>
                  <a:pt x="0" y="50294"/>
                  <a:pt x="0" y="32400"/>
                </a:cubicBezTo>
                <a:cubicBezTo>
                  <a:pt x="0" y="14506"/>
                  <a:pt x="14506" y="0"/>
                  <a:pt x="32400" y="0"/>
                </a:cubicBezTo>
                <a:close/>
              </a:path>
            </a:pathLst>
          </a:cu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 rot="3600000">
            <a:off x="1267088" y="5326691"/>
            <a:ext cx="682502" cy="682502"/>
          </a:xfrm>
          <a:prstGeom prst="ellipse">
            <a:avLst/>
          </a:prstGeom>
          <a:solidFill>
            <a:srgbClr val="3A9EFD">
              <a:alpha val="100000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rot="19800000">
            <a:off x="11864024" y="3054993"/>
            <a:ext cx="204846" cy="204846"/>
          </a:xfrm>
          <a:prstGeom prst="ellipse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913782"/>
            <a:ext cx="12192000" cy="944218"/>
          </a:xfrm>
          <a:custGeom>
            <a:avLst/>
            <a:gdLst/>
            <a:ahLst/>
            <a:cxnLst/>
            <a:rect l="l" t="t" r="r" b="b"/>
            <a:pathLst>
              <a:path w="12192000" h="944218">
                <a:moveTo>
                  <a:pt x="4331195" y="1188"/>
                </a:moveTo>
                <a:cubicBezTo>
                  <a:pt x="6085047" y="24475"/>
                  <a:pt x="8672637" y="382433"/>
                  <a:pt x="9997440" y="380340"/>
                </a:cubicBezTo>
                <a:cubicBezTo>
                  <a:pt x="11002328" y="378753"/>
                  <a:pt x="11669871" y="206509"/>
                  <a:pt x="12176805" y="92432"/>
                </a:cubicBezTo>
                <a:lnTo>
                  <a:pt x="12192000" y="89267"/>
                </a:lnTo>
                <a:lnTo>
                  <a:pt x="12192000" y="944218"/>
                </a:lnTo>
                <a:lnTo>
                  <a:pt x="0" y="944218"/>
                </a:lnTo>
                <a:lnTo>
                  <a:pt x="0" y="432863"/>
                </a:lnTo>
                <a:cubicBezTo>
                  <a:pt x="609872" y="277566"/>
                  <a:pt x="1970414" y="105871"/>
                  <a:pt x="3659232" y="12437"/>
                </a:cubicBezTo>
                <a:cubicBezTo>
                  <a:pt x="3764783" y="6598"/>
                  <a:pt x="3876011" y="2934"/>
                  <a:pt x="3992162" y="1198"/>
                </a:cubicBezTo>
                <a:cubicBezTo>
                  <a:pt x="4101054" y="-430"/>
                  <a:pt x="4214272" y="-365"/>
                  <a:pt x="4331195" y="1188"/>
                </a:cubicBezTo>
                <a:close/>
              </a:path>
            </a:pathLst>
          </a:custGeom>
          <a:solidFill>
            <a:srgbClr val="3175E7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5759770"/>
            <a:ext cx="12192000" cy="1098230"/>
          </a:xfrm>
          <a:custGeom>
            <a:avLst/>
            <a:gdLst/>
            <a:ahLst/>
            <a:cxnLst/>
            <a:rect l="l" t="t" r="r" b="b"/>
            <a:pathLst>
              <a:path w="12192000" h="1098230">
                <a:moveTo>
                  <a:pt x="0" y="0"/>
                </a:moveTo>
                <a:lnTo>
                  <a:pt x="51197" y="27041"/>
                </a:lnTo>
                <a:cubicBezTo>
                  <a:pt x="848757" y="121180"/>
                  <a:pt x="1951634" y="762219"/>
                  <a:pt x="4785361" y="778191"/>
                </a:cubicBezTo>
                <a:cubicBezTo>
                  <a:pt x="7619088" y="794163"/>
                  <a:pt x="8961120" y="263511"/>
                  <a:pt x="10195560" y="214311"/>
                </a:cubicBezTo>
                <a:cubicBezTo>
                  <a:pt x="11430000" y="165112"/>
                  <a:pt x="11859260" y="335674"/>
                  <a:pt x="12192000" y="482994"/>
                </a:cubicBezTo>
                <a:lnTo>
                  <a:pt x="12192000" y="1098230"/>
                </a:lnTo>
                <a:lnTo>
                  <a:pt x="0" y="1098230"/>
                </a:lnTo>
                <a:close/>
              </a:path>
            </a:pathLst>
          </a:cu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0" y="93048"/>
            <a:ext cx="12192000" cy="423601"/>
          </a:xfrm>
          <a:prstGeom prst="rect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0" y="0"/>
            <a:ext cx="12192000" cy="423601"/>
          </a:xfrm>
          <a:prstGeom prst="rect">
            <a:avLst/>
          </a:pr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rot="5400000">
            <a:off x="11119827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rot="5400000">
            <a:off x="11427460" y="681234"/>
            <a:ext cx="182880" cy="182880"/>
          </a:xfrm>
          <a:prstGeom prst="triangle">
            <a:avLst/>
          </a:prstGeom>
          <a:solidFill>
            <a:srgbClr val="1D55B3">
              <a:alpha val="70196"/>
            </a:srgbClr>
          </a:solidFill>
          <a:ln w="19050">
            <a:solidFill>
              <a:srgbClr val="3175E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rot="5400000">
            <a:off x="11735094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167975"/>
            <a:ext cx="12192001" cy="3067726"/>
          </a:xfrm>
          <a:prstGeom prst="rect">
            <a:avLst/>
          </a:prstGeom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3167975"/>
            <a:ext cx="5175265" cy="3067726"/>
          </a:xfrm>
          <a:prstGeom prst="rect">
            <a:avLst/>
          </a:pr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5175265" y="3659221"/>
            <a:ext cx="7016734" cy="2578385"/>
          </a:xfrm>
          <a:custGeom>
            <a:avLst/>
            <a:gdLst/>
            <a:ahLst/>
            <a:cxnLst/>
            <a:rect l="l" t="t" r="r" b="b"/>
            <a:pathLst>
              <a:path w="7016734" h="2578385">
                <a:moveTo>
                  <a:pt x="1907616" y="0"/>
                </a:moveTo>
                <a:lnTo>
                  <a:pt x="2566857" y="0"/>
                </a:lnTo>
                <a:lnTo>
                  <a:pt x="3783313" y="635697"/>
                </a:lnTo>
                <a:lnTo>
                  <a:pt x="4262048" y="266836"/>
                </a:lnTo>
                <a:lnTo>
                  <a:pt x="4944833" y="274684"/>
                </a:lnTo>
                <a:lnTo>
                  <a:pt x="4999770" y="949621"/>
                </a:lnTo>
                <a:lnTo>
                  <a:pt x="5454961" y="824052"/>
                </a:lnTo>
                <a:lnTo>
                  <a:pt x="5706100" y="855444"/>
                </a:lnTo>
                <a:lnTo>
                  <a:pt x="6341797" y="580760"/>
                </a:lnTo>
                <a:lnTo>
                  <a:pt x="6781291" y="580760"/>
                </a:lnTo>
                <a:lnTo>
                  <a:pt x="7016734" y="669847"/>
                </a:lnTo>
                <a:lnTo>
                  <a:pt x="7016734" y="2578385"/>
                </a:lnTo>
                <a:lnTo>
                  <a:pt x="0" y="2578385"/>
                </a:lnTo>
                <a:lnTo>
                  <a:pt x="0" y="935254"/>
                </a:lnTo>
                <a:lnTo>
                  <a:pt x="981539" y="298228"/>
                </a:lnTo>
                <a:lnTo>
                  <a:pt x="1444577" y="612153"/>
                </a:lnTo>
                <a:lnTo>
                  <a:pt x="1695717" y="588608"/>
                </a:lnTo>
                <a:close/>
              </a:path>
            </a:pathLst>
          </a:cu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0" y="635111"/>
            <a:ext cx="938406" cy="492288"/>
          </a:xfrm>
          <a:custGeom>
            <a:avLst/>
            <a:gdLst/>
            <a:ahLst/>
            <a:cxnLst/>
            <a:rect l="l" t="t" r="r" b="b"/>
            <a:pathLst>
              <a:path w="938406" h="492288">
                <a:moveTo>
                  <a:pt x="906006" y="427488"/>
                </a:moveTo>
                <a:cubicBezTo>
                  <a:pt x="923900" y="427488"/>
                  <a:pt x="938406" y="441994"/>
                  <a:pt x="938406" y="459888"/>
                </a:cubicBezTo>
                <a:cubicBezTo>
                  <a:pt x="938406" y="477782"/>
                  <a:pt x="923900" y="492288"/>
                  <a:pt x="906006" y="492288"/>
                </a:cubicBezTo>
                <a:cubicBezTo>
                  <a:pt x="888112" y="492288"/>
                  <a:pt x="873606" y="477782"/>
                  <a:pt x="873606" y="459888"/>
                </a:cubicBezTo>
                <a:cubicBezTo>
                  <a:pt x="873606" y="441994"/>
                  <a:pt x="888112" y="427488"/>
                  <a:pt x="906006" y="427488"/>
                </a:cubicBezTo>
                <a:close/>
                <a:moveTo>
                  <a:pt x="796786" y="427488"/>
                </a:moveTo>
                <a:cubicBezTo>
                  <a:pt x="814680" y="427488"/>
                  <a:pt x="829186" y="441994"/>
                  <a:pt x="829186" y="459888"/>
                </a:cubicBezTo>
                <a:cubicBezTo>
                  <a:pt x="829186" y="477782"/>
                  <a:pt x="814680" y="492288"/>
                  <a:pt x="796786" y="492288"/>
                </a:cubicBezTo>
                <a:cubicBezTo>
                  <a:pt x="778892" y="492288"/>
                  <a:pt x="764386" y="477782"/>
                  <a:pt x="764386" y="459888"/>
                </a:cubicBezTo>
                <a:cubicBezTo>
                  <a:pt x="764386" y="441994"/>
                  <a:pt x="778892" y="427488"/>
                  <a:pt x="796786" y="427488"/>
                </a:cubicBezTo>
                <a:close/>
                <a:moveTo>
                  <a:pt x="687566" y="427488"/>
                </a:moveTo>
                <a:cubicBezTo>
                  <a:pt x="705460" y="427488"/>
                  <a:pt x="719966" y="441994"/>
                  <a:pt x="719966" y="459888"/>
                </a:cubicBezTo>
                <a:cubicBezTo>
                  <a:pt x="719966" y="477782"/>
                  <a:pt x="705460" y="492288"/>
                  <a:pt x="687566" y="492288"/>
                </a:cubicBezTo>
                <a:cubicBezTo>
                  <a:pt x="669672" y="492288"/>
                  <a:pt x="655166" y="477782"/>
                  <a:pt x="655166" y="459888"/>
                </a:cubicBezTo>
                <a:cubicBezTo>
                  <a:pt x="655166" y="441994"/>
                  <a:pt x="669672" y="427488"/>
                  <a:pt x="687566" y="427488"/>
                </a:cubicBezTo>
                <a:close/>
                <a:moveTo>
                  <a:pt x="578346" y="427488"/>
                </a:moveTo>
                <a:lnTo>
                  <a:pt x="578423" y="427520"/>
                </a:lnTo>
                <a:lnTo>
                  <a:pt x="578500" y="427488"/>
                </a:lnTo>
                <a:cubicBezTo>
                  <a:pt x="596394" y="427488"/>
                  <a:pt x="610900" y="441994"/>
                  <a:pt x="610900" y="459888"/>
                </a:cubicBezTo>
                <a:cubicBezTo>
                  <a:pt x="610900" y="477782"/>
                  <a:pt x="596394" y="492288"/>
                  <a:pt x="578500" y="492288"/>
                </a:cubicBezTo>
                <a:lnTo>
                  <a:pt x="578423" y="492256"/>
                </a:lnTo>
                <a:lnTo>
                  <a:pt x="578346" y="492288"/>
                </a:lnTo>
                <a:cubicBezTo>
                  <a:pt x="560452" y="492288"/>
                  <a:pt x="545946" y="477782"/>
                  <a:pt x="545946" y="459888"/>
                </a:cubicBezTo>
                <a:cubicBezTo>
                  <a:pt x="545946" y="441994"/>
                  <a:pt x="560452" y="427488"/>
                  <a:pt x="578346" y="427488"/>
                </a:cubicBezTo>
                <a:close/>
                <a:moveTo>
                  <a:pt x="469126" y="427488"/>
                </a:moveTo>
                <a:lnTo>
                  <a:pt x="469203" y="427520"/>
                </a:lnTo>
                <a:lnTo>
                  <a:pt x="469280" y="427488"/>
                </a:lnTo>
                <a:cubicBezTo>
                  <a:pt x="487174" y="427488"/>
                  <a:pt x="501680" y="441994"/>
                  <a:pt x="501680" y="459888"/>
                </a:cubicBezTo>
                <a:cubicBezTo>
                  <a:pt x="501680" y="477782"/>
                  <a:pt x="487174" y="492288"/>
                  <a:pt x="469280" y="492288"/>
                </a:cubicBezTo>
                <a:lnTo>
                  <a:pt x="469203" y="492256"/>
                </a:lnTo>
                <a:lnTo>
                  <a:pt x="469126" y="492288"/>
                </a:lnTo>
                <a:cubicBezTo>
                  <a:pt x="451232" y="492288"/>
                  <a:pt x="436726" y="477782"/>
                  <a:pt x="436726" y="459888"/>
                </a:cubicBezTo>
                <a:cubicBezTo>
                  <a:pt x="436726" y="441994"/>
                  <a:pt x="451232" y="427488"/>
                  <a:pt x="469126" y="427488"/>
                </a:cubicBezTo>
                <a:close/>
                <a:moveTo>
                  <a:pt x="359906" y="427488"/>
                </a:moveTo>
                <a:lnTo>
                  <a:pt x="359983" y="427520"/>
                </a:lnTo>
                <a:lnTo>
                  <a:pt x="360060" y="427488"/>
                </a:lnTo>
                <a:cubicBezTo>
                  <a:pt x="377954" y="427488"/>
                  <a:pt x="392460" y="441994"/>
                  <a:pt x="392460" y="459888"/>
                </a:cubicBezTo>
                <a:cubicBezTo>
                  <a:pt x="392460" y="477782"/>
                  <a:pt x="377954" y="492288"/>
                  <a:pt x="360060" y="492288"/>
                </a:cubicBezTo>
                <a:lnTo>
                  <a:pt x="359983" y="492256"/>
                </a:lnTo>
                <a:lnTo>
                  <a:pt x="359906" y="492288"/>
                </a:lnTo>
                <a:cubicBezTo>
                  <a:pt x="342012" y="492288"/>
                  <a:pt x="327506" y="477782"/>
                  <a:pt x="327506" y="459888"/>
                </a:cubicBezTo>
                <a:cubicBezTo>
                  <a:pt x="327506" y="441994"/>
                  <a:pt x="342012" y="427488"/>
                  <a:pt x="359906" y="427488"/>
                </a:cubicBezTo>
                <a:close/>
                <a:moveTo>
                  <a:pt x="250840" y="427488"/>
                </a:moveTo>
                <a:cubicBezTo>
                  <a:pt x="268734" y="427488"/>
                  <a:pt x="283240" y="441994"/>
                  <a:pt x="283240" y="459888"/>
                </a:cubicBezTo>
                <a:cubicBezTo>
                  <a:pt x="283240" y="477782"/>
                  <a:pt x="268734" y="492288"/>
                  <a:pt x="250840" y="492288"/>
                </a:cubicBezTo>
                <a:cubicBezTo>
                  <a:pt x="232946" y="492288"/>
                  <a:pt x="218440" y="477782"/>
                  <a:pt x="218440" y="459888"/>
                </a:cubicBezTo>
                <a:cubicBezTo>
                  <a:pt x="218440" y="441994"/>
                  <a:pt x="232946" y="427488"/>
                  <a:pt x="250840" y="427488"/>
                </a:cubicBezTo>
                <a:close/>
                <a:moveTo>
                  <a:pt x="141620" y="427488"/>
                </a:moveTo>
                <a:cubicBezTo>
                  <a:pt x="159514" y="427488"/>
                  <a:pt x="174020" y="441994"/>
                  <a:pt x="174020" y="459888"/>
                </a:cubicBezTo>
                <a:cubicBezTo>
                  <a:pt x="174020" y="477782"/>
                  <a:pt x="159514" y="492288"/>
                  <a:pt x="141620" y="492288"/>
                </a:cubicBezTo>
                <a:cubicBezTo>
                  <a:pt x="123726" y="492288"/>
                  <a:pt x="109220" y="477782"/>
                  <a:pt x="109220" y="459888"/>
                </a:cubicBezTo>
                <a:cubicBezTo>
                  <a:pt x="109220" y="441994"/>
                  <a:pt x="123726" y="427488"/>
                  <a:pt x="141620" y="427488"/>
                </a:cubicBezTo>
                <a:close/>
                <a:moveTo>
                  <a:pt x="32400" y="427488"/>
                </a:moveTo>
                <a:cubicBezTo>
                  <a:pt x="50294" y="427488"/>
                  <a:pt x="64800" y="441994"/>
                  <a:pt x="64800" y="459888"/>
                </a:cubicBezTo>
                <a:cubicBezTo>
                  <a:pt x="64800" y="477782"/>
                  <a:pt x="50294" y="492288"/>
                  <a:pt x="32400" y="492288"/>
                </a:cubicBezTo>
                <a:cubicBezTo>
                  <a:pt x="14506" y="492288"/>
                  <a:pt x="0" y="477782"/>
                  <a:pt x="0" y="459888"/>
                </a:cubicBezTo>
                <a:cubicBezTo>
                  <a:pt x="0" y="441994"/>
                  <a:pt x="14506" y="427488"/>
                  <a:pt x="32400" y="427488"/>
                </a:cubicBezTo>
                <a:close/>
                <a:moveTo>
                  <a:pt x="906006" y="320616"/>
                </a:moveTo>
                <a:cubicBezTo>
                  <a:pt x="923900" y="320616"/>
                  <a:pt x="938406" y="335122"/>
                  <a:pt x="938406" y="353016"/>
                </a:cubicBezTo>
                <a:cubicBezTo>
                  <a:pt x="938406" y="370910"/>
                  <a:pt x="923900" y="385416"/>
                  <a:pt x="906006" y="385416"/>
                </a:cubicBezTo>
                <a:cubicBezTo>
                  <a:pt x="888112" y="385416"/>
                  <a:pt x="873606" y="370910"/>
                  <a:pt x="873606" y="353016"/>
                </a:cubicBezTo>
                <a:cubicBezTo>
                  <a:pt x="873606" y="335122"/>
                  <a:pt x="888112" y="320616"/>
                  <a:pt x="906006" y="320616"/>
                </a:cubicBezTo>
                <a:close/>
                <a:moveTo>
                  <a:pt x="796786" y="320616"/>
                </a:moveTo>
                <a:cubicBezTo>
                  <a:pt x="814680" y="320616"/>
                  <a:pt x="829186" y="335122"/>
                  <a:pt x="829186" y="353016"/>
                </a:cubicBezTo>
                <a:cubicBezTo>
                  <a:pt x="829186" y="370910"/>
                  <a:pt x="814680" y="385416"/>
                  <a:pt x="796786" y="385416"/>
                </a:cubicBezTo>
                <a:cubicBezTo>
                  <a:pt x="778892" y="385416"/>
                  <a:pt x="764386" y="370910"/>
                  <a:pt x="764386" y="353016"/>
                </a:cubicBezTo>
                <a:cubicBezTo>
                  <a:pt x="764386" y="335122"/>
                  <a:pt x="778892" y="320616"/>
                  <a:pt x="796786" y="320616"/>
                </a:cubicBezTo>
                <a:close/>
                <a:moveTo>
                  <a:pt x="687566" y="320616"/>
                </a:moveTo>
                <a:cubicBezTo>
                  <a:pt x="705460" y="320616"/>
                  <a:pt x="719966" y="335122"/>
                  <a:pt x="719966" y="353016"/>
                </a:cubicBezTo>
                <a:cubicBezTo>
                  <a:pt x="719966" y="370910"/>
                  <a:pt x="705460" y="385416"/>
                  <a:pt x="687566" y="385416"/>
                </a:cubicBezTo>
                <a:cubicBezTo>
                  <a:pt x="669672" y="385416"/>
                  <a:pt x="655166" y="370910"/>
                  <a:pt x="655166" y="353016"/>
                </a:cubicBezTo>
                <a:cubicBezTo>
                  <a:pt x="655166" y="335122"/>
                  <a:pt x="669672" y="320616"/>
                  <a:pt x="687566" y="320616"/>
                </a:cubicBezTo>
                <a:close/>
                <a:moveTo>
                  <a:pt x="578346" y="320616"/>
                </a:moveTo>
                <a:lnTo>
                  <a:pt x="578423" y="320648"/>
                </a:lnTo>
                <a:lnTo>
                  <a:pt x="578500" y="320616"/>
                </a:lnTo>
                <a:cubicBezTo>
                  <a:pt x="596394" y="320616"/>
                  <a:pt x="610900" y="335122"/>
                  <a:pt x="610900" y="353016"/>
                </a:cubicBezTo>
                <a:cubicBezTo>
                  <a:pt x="610900" y="370910"/>
                  <a:pt x="596394" y="385416"/>
                  <a:pt x="578500" y="385416"/>
                </a:cubicBezTo>
                <a:lnTo>
                  <a:pt x="578423" y="385384"/>
                </a:lnTo>
                <a:lnTo>
                  <a:pt x="578346" y="385416"/>
                </a:lnTo>
                <a:cubicBezTo>
                  <a:pt x="560452" y="385416"/>
                  <a:pt x="545946" y="370910"/>
                  <a:pt x="545946" y="353016"/>
                </a:cubicBezTo>
                <a:cubicBezTo>
                  <a:pt x="545946" y="335122"/>
                  <a:pt x="560452" y="320616"/>
                  <a:pt x="578346" y="320616"/>
                </a:cubicBezTo>
                <a:close/>
                <a:moveTo>
                  <a:pt x="469126" y="320616"/>
                </a:moveTo>
                <a:lnTo>
                  <a:pt x="469203" y="320648"/>
                </a:lnTo>
                <a:lnTo>
                  <a:pt x="469280" y="320616"/>
                </a:lnTo>
                <a:cubicBezTo>
                  <a:pt x="487174" y="320616"/>
                  <a:pt x="501680" y="335122"/>
                  <a:pt x="501680" y="353016"/>
                </a:cubicBezTo>
                <a:cubicBezTo>
                  <a:pt x="501680" y="370910"/>
                  <a:pt x="487174" y="385416"/>
                  <a:pt x="469280" y="385416"/>
                </a:cubicBezTo>
                <a:lnTo>
                  <a:pt x="469203" y="385384"/>
                </a:lnTo>
                <a:lnTo>
                  <a:pt x="469126" y="385416"/>
                </a:lnTo>
                <a:cubicBezTo>
                  <a:pt x="451232" y="385416"/>
                  <a:pt x="436726" y="370910"/>
                  <a:pt x="436726" y="353016"/>
                </a:cubicBezTo>
                <a:cubicBezTo>
                  <a:pt x="436726" y="335122"/>
                  <a:pt x="451232" y="320616"/>
                  <a:pt x="469126" y="320616"/>
                </a:cubicBezTo>
                <a:close/>
                <a:moveTo>
                  <a:pt x="359906" y="320616"/>
                </a:moveTo>
                <a:lnTo>
                  <a:pt x="359983" y="320648"/>
                </a:lnTo>
                <a:lnTo>
                  <a:pt x="360060" y="320616"/>
                </a:lnTo>
                <a:cubicBezTo>
                  <a:pt x="377954" y="320616"/>
                  <a:pt x="392460" y="335122"/>
                  <a:pt x="392460" y="353016"/>
                </a:cubicBezTo>
                <a:cubicBezTo>
                  <a:pt x="392460" y="370910"/>
                  <a:pt x="377954" y="385416"/>
                  <a:pt x="360060" y="385416"/>
                </a:cubicBezTo>
                <a:lnTo>
                  <a:pt x="359983" y="385384"/>
                </a:lnTo>
                <a:lnTo>
                  <a:pt x="359906" y="385416"/>
                </a:lnTo>
                <a:cubicBezTo>
                  <a:pt x="342012" y="385416"/>
                  <a:pt x="327506" y="370910"/>
                  <a:pt x="327506" y="353016"/>
                </a:cubicBezTo>
                <a:cubicBezTo>
                  <a:pt x="327506" y="335122"/>
                  <a:pt x="342012" y="320616"/>
                  <a:pt x="359906" y="320616"/>
                </a:cubicBezTo>
                <a:close/>
                <a:moveTo>
                  <a:pt x="250840" y="320616"/>
                </a:moveTo>
                <a:cubicBezTo>
                  <a:pt x="268734" y="320616"/>
                  <a:pt x="283240" y="335122"/>
                  <a:pt x="283240" y="353016"/>
                </a:cubicBezTo>
                <a:cubicBezTo>
                  <a:pt x="283240" y="370910"/>
                  <a:pt x="268734" y="385416"/>
                  <a:pt x="250840" y="385416"/>
                </a:cubicBezTo>
                <a:cubicBezTo>
                  <a:pt x="232946" y="385416"/>
                  <a:pt x="218440" y="370910"/>
                  <a:pt x="218440" y="353016"/>
                </a:cubicBezTo>
                <a:cubicBezTo>
                  <a:pt x="218440" y="335122"/>
                  <a:pt x="232946" y="320616"/>
                  <a:pt x="250840" y="320616"/>
                </a:cubicBezTo>
                <a:close/>
                <a:moveTo>
                  <a:pt x="141620" y="320616"/>
                </a:moveTo>
                <a:cubicBezTo>
                  <a:pt x="159514" y="320616"/>
                  <a:pt x="174020" y="335122"/>
                  <a:pt x="174020" y="353016"/>
                </a:cubicBezTo>
                <a:cubicBezTo>
                  <a:pt x="174020" y="370910"/>
                  <a:pt x="159514" y="385416"/>
                  <a:pt x="141620" y="385416"/>
                </a:cubicBezTo>
                <a:cubicBezTo>
                  <a:pt x="123726" y="385416"/>
                  <a:pt x="109220" y="370910"/>
                  <a:pt x="109220" y="353016"/>
                </a:cubicBezTo>
                <a:cubicBezTo>
                  <a:pt x="109220" y="335122"/>
                  <a:pt x="123726" y="320616"/>
                  <a:pt x="141620" y="320616"/>
                </a:cubicBezTo>
                <a:close/>
                <a:moveTo>
                  <a:pt x="32400" y="320616"/>
                </a:moveTo>
                <a:cubicBezTo>
                  <a:pt x="50294" y="320616"/>
                  <a:pt x="64800" y="335122"/>
                  <a:pt x="64800" y="353016"/>
                </a:cubicBezTo>
                <a:cubicBezTo>
                  <a:pt x="64800" y="370910"/>
                  <a:pt x="50294" y="385416"/>
                  <a:pt x="32400" y="385416"/>
                </a:cubicBezTo>
                <a:cubicBezTo>
                  <a:pt x="14506" y="385416"/>
                  <a:pt x="0" y="370910"/>
                  <a:pt x="0" y="353016"/>
                </a:cubicBezTo>
                <a:cubicBezTo>
                  <a:pt x="0" y="335122"/>
                  <a:pt x="14506" y="320616"/>
                  <a:pt x="32400" y="320616"/>
                </a:cubicBezTo>
                <a:close/>
                <a:moveTo>
                  <a:pt x="906006" y="213744"/>
                </a:moveTo>
                <a:cubicBezTo>
                  <a:pt x="923900" y="213744"/>
                  <a:pt x="938406" y="228250"/>
                  <a:pt x="938406" y="246144"/>
                </a:cubicBezTo>
                <a:cubicBezTo>
                  <a:pt x="938406" y="264038"/>
                  <a:pt x="923900" y="278544"/>
                  <a:pt x="906006" y="278544"/>
                </a:cubicBezTo>
                <a:cubicBezTo>
                  <a:pt x="888112" y="278544"/>
                  <a:pt x="873606" y="264038"/>
                  <a:pt x="873606" y="246144"/>
                </a:cubicBezTo>
                <a:cubicBezTo>
                  <a:pt x="873606" y="228250"/>
                  <a:pt x="888112" y="213744"/>
                  <a:pt x="906006" y="213744"/>
                </a:cubicBezTo>
                <a:close/>
                <a:moveTo>
                  <a:pt x="796786" y="213744"/>
                </a:moveTo>
                <a:cubicBezTo>
                  <a:pt x="814680" y="213744"/>
                  <a:pt x="829186" y="228250"/>
                  <a:pt x="829186" y="246144"/>
                </a:cubicBezTo>
                <a:cubicBezTo>
                  <a:pt x="829186" y="264038"/>
                  <a:pt x="814680" y="278544"/>
                  <a:pt x="796786" y="278544"/>
                </a:cubicBezTo>
                <a:cubicBezTo>
                  <a:pt x="778892" y="278544"/>
                  <a:pt x="764386" y="264038"/>
                  <a:pt x="764386" y="246144"/>
                </a:cubicBezTo>
                <a:cubicBezTo>
                  <a:pt x="764386" y="228250"/>
                  <a:pt x="778892" y="213744"/>
                  <a:pt x="796786" y="213744"/>
                </a:cubicBezTo>
                <a:close/>
                <a:moveTo>
                  <a:pt x="687566" y="213744"/>
                </a:moveTo>
                <a:cubicBezTo>
                  <a:pt x="705460" y="213744"/>
                  <a:pt x="719966" y="228250"/>
                  <a:pt x="719966" y="246144"/>
                </a:cubicBezTo>
                <a:cubicBezTo>
                  <a:pt x="719966" y="264038"/>
                  <a:pt x="705460" y="278544"/>
                  <a:pt x="687566" y="278544"/>
                </a:cubicBezTo>
                <a:cubicBezTo>
                  <a:pt x="669672" y="278544"/>
                  <a:pt x="655166" y="264038"/>
                  <a:pt x="655166" y="246144"/>
                </a:cubicBezTo>
                <a:cubicBezTo>
                  <a:pt x="655166" y="228250"/>
                  <a:pt x="669672" y="213744"/>
                  <a:pt x="687566" y="213744"/>
                </a:cubicBezTo>
                <a:close/>
                <a:moveTo>
                  <a:pt x="578346" y="213744"/>
                </a:moveTo>
                <a:lnTo>
                  <a:pt x="578423" y="213776"/>
                </a:lnTo>
                <a:lnTo>
                  <a:pt x="578500" y="213744"/>
                </a:lnTo>
                <a:cubicBezTo>
                  <a:pt x="596394" y="213744"/>
                  <a:pt x="610900" y="228250"/>
                  <a:pt x="610900" y="246144"/>
                </a:cubicBezTo>
                <a:cubicBezTo>
                  <a:pt x="610900" y="264038"/>
                  <a:pt x="596394" y="278544"/>
                  <a:pt x="578500" y="278544"/>
                </a:cubicBezTo>
                <a:lnTo>
                  <a:pt x="578423" y="278512"/>
                </a:lnTo>
                <a:lnTo>
                  <a:pt x="578346" y="278544"/>
                </a:lnTo>
                <a:cubicBezTo>
                  <a:pt x="560452" y="278544"/>
                  <a:pt x="545946" y="264038"/>
                  <a:pt x="545946" y="246144"/>
                </a:cubicBezTo>
                <a:cubicBezTo>
                  <a:pt x="545946" y="228250"/>
                  <a:pt x="560452" y="213744"/>
                  <a:pt x="578346" y="213744"/>
                </a:cubicBezTo>
                <a:close/>
                <a:moveTo>
                  <a:pt x="469126" y="213744"/>
                </a:moveTo>
                <a:lnTo>
                  <a:pt x="469203" y="213776"/>
                </a:lnTo>
                <a:lnTo>
                  <a:pt x="469280" y="213744"/>
                </a:lnTo>
                <a:cubicBezTo>
                  <a:pt x="487174" y="213744"/>
                  <a:pt x="501680" y="228250"/>
                  <a:pt x="501680" y="246144"/>
                </a:cubicBezTo>
                <a:cubicBezTo>
                  <a:pt x="501680" y="264038"/>
                  <a:pt x="487174" y="278544"/>
                  <a:pt x="469280" y="278544"/>
                </a:cubicBezTo>
                <a:lnTo>
                  <a:pt x="469203" y="278512"/>
                </a:lnTo>
                <a:lnTo>
                  <a:pt x="469126" y="278544"/>
                </a:lnTo>
                <a:cubicBezTo>
                  <a:pt x="451232" y="278544"/>
                  <a:pt x="436726" y="264038"/>
                  <a:pt x="436726" y="246144"/>
                </a:cubicBezTo>
                <a:cubicBezTo>
                  <a:pt x="436726" y="228250"/>
                  <a:pt x="451232" y="213744"/>
                  <a:pt x="469126" y="213744"/>
                </a:cubicBezTo>
                <a:close/>
                <a:moveTo>
                  <a:pt x="359906" y="213744"/>
                </a:moveTo>
                <a:lnTo>
                  <a:pt x="359983" y="213776"/>
                </a:lnTo>
                <a:lnTo>
                  <a:pt x="360060" y="213744"/>
                </a:lnTo>
                <a:cubicBezTo>
                  <a:pt x="377954" y="213744"/>
                  <a:pt x="392460" y="228250"/>
                  <a:pt x="392460" y="246144"/>
                </a:cubicBezTo>
                <a:cubicBezTo>
                  <a:pt x="392460" y="264038"/>
                  <a:pt x="377954" y="278544"/>
                  <a:pt x="360060" y="278544"/>
                </a:cubicBezTo>
                <a:lnTo>
                  <a:pt x="359983" y="278512"/>
                </a:lnTo>
                <a:lnTo>
                  <a:pt x="359906" y="278544"/>
                </a:lnTo>
                <a:cubicBezTo>
                  <a:pt x="342012" y="278544"/>
                  <a:pt x="327506" y="264038"/>
                  <a:pt x="327506" y="246144"/>
                </a:cubicBezTo>
                <a:cubicBezTo>
                  <a:pt x="327506" y="228250"/>
                  <a:pt x="342012" y="213744"/>
                  <a:pt x="359906" y="213744"/>
                </a:cubicBezTo>
                <a:close/>
                <a:moveTo>
                  <a:pt x="250840" y="213744"/>
                </a:moveTo>
                <a:cubicBezTo>
                  <a:pt x="268734" y="213744"/>
                  <a:pt x="283240" y="228250"/>
                  <a:pt x="283240" y="246144"/>
                </a:cubicBezTo>
                <a:cubicBezTo>
                  <a:pt x="283240" y="264038"/>
                  <a:pt x="268734" y="278544"/>
                  <a:pt x="250840" y="278544"/>
                </a:cubicBezTo>
                <a:cubicBezTo>
                  <a:pt x="232946" y="278544"/>
                  <a:pt x="218440" y="264038"/>
                  <a:pt x="218440" y="246144"/>
                </a:cubicBezTo>
                <a:cubicBezTo>
                  <a:pt x="218440" y="228250"/>
                  <a:pt x="232946" y="213744"/>
                  <a:pt x="250840" y="213744"/>
                </a:cubicBezTo>
                <a:close/>
                <a:moveTo>
                  <a:pt x="141620" y="213744"/>
                </a:moveTo>
                <a:cubicBezTo>
                  <a:pt x="159514" y="213744"/>
                  <a:pt x="174020" y="228250"/>
                  <a:pt x="174020" y="246144"/>
                </a:cubicBezTo>
                <a:cubicBezTo>
                  <a:pt x="174020" y="264038"/>
                  <a:pt x="159514" y="278544"/>
                  <a:pt x="141620" y="278544"/>
                </a:cubicBezTo>
                <a:cubicBezTo>
                  <a:pt x="123726" y="278544"/>
                  <a:pt x="109220" y="264038"/>
                  <a:pt x="109220" y="246144"/>
                </a:cubicBezTo>
                <a:cubicBezTo>
                  <a:pt x="109220" y="228250"/>
                  <a:pt x="123726" y="213744"/>
                  <a:pt x="141620" y="213744"/>
                </a:cubicBezTo>
                <a:close/>
                <a:moveTo>
                  <a:pt x="32400" y="213744"/>
                </a:moveTo>
                <a:cubicBezTo>
                  <a:pt x="50294" y="213744"/>
                  <a:pt x="64800" y="228250"/>
                  <a:pt x="64800" y="246144"/>
                </a:cubicBezTo>
                <a:cubicBezTo>
                  <a:pt x="64800" y="264038"/>
                  <a:pt x="50294" y="278544"/>
                  <a:pt x="32400" y="278544"/>
                </a:cubicBezTo>
                <a:cubicBezTo>
                  <a:pt x="14506" y="278544"/>
                  <a:pt x="0" y="264038"/>
                  <a:pt x="0" y="246144"/>
                </a:cubicBezTo>
                <a:cubicBezTo>
                  <a:pt x="0" y="228250"/>
                  <a:pt x="14506" y="213744"/>
                  <a:pt x="32400" y="213744"/>
                </a:cubicBezTo>
                <a:close/>
                <a:moveTo>
                  <a:pt x="906006" y="106872"/>
                </a:moveTo>
                <a:cubicBezTo>
                  <a:pt x="923900" y="106872"/>
                  <a:pt x="938406" y="121378"/>
                  <a:pt x="938406" y="139272"/>
                </a:cubicBezTo>
                <a:cubicBezTo>
                  <a:pt x="938406" y="157166"/>
                  <a:pt x="923900" y="171672"/>
                  <a:pt x="906006" y="171672"/>
                </a:cubicBezTo>
                <a:cubicBezTo>
                  <a:pt x="888112" y="171672"/>
                  <a:pt x="873606" y="157166"/>
                  <a:pt x="873606" y="139272"/>
                </a:cubicBezTo>
                <a:cubicBezTo>
                  <a:pt x="873606" y="121378"/>
                  <a:pt x="888112" y="106872"/>
                  <a:pt x="906006" y="106872"/>
                </a:cubicBezTo>
                <a:close/>
                <a:moveTo>
                  <a:pt x="796786" y="106872"/>
                </a:moveTo>
                <a:cubicBezTo>
                  <a:pt x="814680" y="106872"/>
                  <a:pt x="829186" y="121378"/>
                  <a:pt x="829186" y="139272"/>
                </a:cubicBezTo>
                <a:cubicBezTo>
                  <a:pt x="829186" y="157166"/>
                  <a:pt x="814680" y="171672"/>
                  <a:pt x="796786" y="171672"/>
                </a:cubicBezTo>
                <a:cubicBezTo>
                  <a:pt x="778892" y="171672"/>
                  <a:pt x="764386" y="157166"/>
                  <a:pt x="764386" y="139272"/>
                </a:cubicBezTo>
                <a:cubicBezTo>
                  <a:pt x="764386" y="121378"/>
                  <a:pt x="778892" y="106872"/>
                  <a:pt x="796786" y="106872"/>
                </a:cubicBezTo>
                <a:close/>
                <a:moveTo>
                  <a:pt x="687566" y="106872"/>
                </a:moveTo>
                <a:cubicBezTo>
                  <a:pt x="705460" y="106872"/>
                  <a:pt x="719966" y="121378"/>
                  <a:pt x="719966" y="139272"/>
                </a:cubicBezTo>
                <a:cubicBezTo>
                  <a:pt x="719966" y="157166"/>
                  <a:pt x="705460" y="171672"/>
                  <a:pt x="687566" y="171672"/>
                </a:cubicBezTo>
                <a:cubicBezTo>
                  <a:pt x="669672" y="171672"/>
                  <a:pt x="655166" y="157166"/>
                  <a:pt x="655166" y="139272"/>
                </a:cubicBezTo>
                <a:cubicBezTo>
                  <a:pt x="655166" y="121378"/>
                  <a:pt x="669672" y="106872"/>
                  <a:pt x="687566" y="106872"/>
                </a:cubicBezTo>
                <a:close/>
                <a:moveTo>
                  <a:pt x="578346" y="106872"/>
                </a:moveTo>
                <a:lnTo>
                  <a:pt x="578423" y="106904"/>
                </a:lnTo>
                <a:lnTo>
                  <a:pt x="578500" y="106872"/>
                </a:lnTo>
                <a:cubicBezTo>
                  <a:pt x="596394" y="106872"/>
                  <a:pt x="610900" y="121378"/>
                  <a:pt x="610900" y="139272"/>
                </a:cubicBezTo>
                <a:cubicBezTo>
                  <a:pt x="610900" y="157166"/>
                  <a:pt x="596394" y="171672"/>
                  <a:pt x="578500" y="171672"/>
                </a:cubicBezTo>
                <a:lnTo>
                  <a:pt x="578423" y="171640"/>
                </a:lnTo>
                <a:lnTo>
                  <a:pt x="578346" y="171672"/>
                </a:lnTo>
                <a:cubicBezTo>
                  <a:pt x="560452" y="171672"/>
                  <a:pt x="545946" y="157166"/>
                  <a:pt x="545946" y="139272"/>
                </a:cubicBezTo>
                <a:cubicBezTo>
                  <a:pt x="545946" y="121378"/>
                  <a:pt x="560452" y="106872"/>
                  <a:pt x="578346" y="106872"/>
                </a:cubicBezTo>
                <a:close/>
                <a:moveTo>
                  <a:pt x="469126" y="106872"/>
                </a:moveTo>
                <a:lnTo>
                  <a:pt x="469203" y="106904"/>
                </a:lnTo>
                <a:lnTo>
                  <a:pt x="469280" y="106872"/>
                </a:lnTo>
                <a:cubicBezTo>
                  <a:pt x="487174" y="106872"/>
                  <a:pt x="501680" y="121378"/>
                  <a:pt x="501680" y="139272"/>
                </a:cubicBezTo>
                <a:cubicBezTo>
                  <a:pt x="501680" y="157166"/>
                  <a:pt x="487174" y="171672"/>
                  <a:pt x="469280" y="171672"/>
                </a:cubicBezTo>
                <a:lnTo>
                  <a:pt x="469203" y="171640"/>
                </a:lnTo>
                <a:lnTo>
                  <a:pt x="469126" y="171672"/>
                </a:lnTo>
                <a:cubicBezTo>
                  <a:pt x="451232" y="171672"/>
                  <a:pt x="436726" y="157166"/>
                  <a:pt x="436726" y="139272"/>
                </a:cubicBezTo>
                <a:cubicBezTo>
                  <a:pt x="436726" y="121378"/>
                  <a:pt x="451232" y="106872"/>
                  <a:pt x="469126" y="106872"/>
                </a:cubicBezTo>
                <a:close/>
                <a:moveTo>
                  <a:pt x="359906" y="106872"/>
                </a:moveTo>
                <a:lnTo>
                  <a:pt x="359983" y="106904"/>
                </a:lnTo>
                <a:lnTo>
                  <a:pt x="360060" y="106872"/>
                </a:lnTo>
                <a:cubicBezTo>
                  <a:pt x="377954" y="106872"/>
                  <a:pt x="392460" y="121378"/>
                  <a:pt x="392460" y="139272"/>
                </a:cubicBezTo>
                <a:cubicBezTo>
                  <a:pt x="392460" y="157166"/>
                  <a:pt x="377954" y="171672"/>
                  <a:pt x="360060" y="171672"/>
                </a:cubicBezTo>
                <a:lnTo>
                  <a:pt x="359983" y="171640"/>
                </a:lnTo>
                <a:lnTo>
                  <a:pt x="359906" y="171672"/>
                </a:lnTo>
                <a:cubicBezTo>
                  <a:pt x="342012" y="171672"/>
                  <a:pt x="327506" y="157166"/>
                  <a:pt x="327506" y="139272"/>
                </a:cubicBezTo>
                <a:cubicBezTo>
                  <a:pt x="327506" y="121378"/>
                  <a:pt x="342012" y="106872"/>
                  <a:pt x="359906" y="106872"/>
                </a:cubicBezTo>
                <a:close/>
                <a:moveTo>
                  <a:pt x="250840" y="106872"/>
                </a:moveTo>
                <a:cubicBezTo>
                  <a:pt x="268734" y="106872"/>
                  <a:pt x="283240" y="121378"/>
                  <a:pt x="283240" y="139272"/>
                </a:cubicBezTo>
                <a:cubicBezTo>
                  <a:pt x="283240" y="157166"/>
                  <a:pt x="268734" y="171672"/>
                  <a:pt x="250840" y="171672"/>
                </a:cubicBezTo>
                <a:cubicBezTo>
                  <a:pt x="232946" y="171672"/>
                  <a:pt x="218440" y="157166"/>
                  <a:pt x="218440" y="139272"/>
                </a:cubicBezTo>
                <a:cubicBezTo>
                  <a:pt x="218440" y="121378"/>
                  <a:pt x="232946" y="106872"/>
                  <a:pt x="250840" y="106872"/>
                </a:cubicBezTo>
                <a:close/>
                <a:moveTo>
                  <a:pt x="141620" y="106872"/>
                </a:moveTo>
                <a:cubicBezTo>
                  <a:pt x="159514" y="106872"/>
                  <a:pt x="174020" y="121378"/>
                  <a:pt x="174020" y="139272"/>
                </a:cubicBezTo>
                <a:cubicBezTo>
                  <a:pt x="174020" y="157166"/>
                  <a:pt x="159514" y="171672"/>
                  <a:pt x="141620" y="171672"/>
                </a:cubicBezTo>
                <a:cubicBezTo>
                  <a:pt x="123726" y="171672"/>
                  <a:pt x="109220" y="157166"/>
                  <a:pt x="109220" y="139272"/>
                </a:cubicBezTo>
                <a:cubicBezTo>
                  <a:pt x="109220" y="121378"/>
                  <a:pt x="123726" y="106872"/>
                  <a:pt x="141620" y="106872"/>
                </a:cubicBezTo>
                <a:close/>
                <a:moveTo>
                  <a:pt x="32400" y="106872"/>
                </a:moveTo>
                <a:cubicBezTo>
                  <a:pt x="50294" y="106872"/>
                  <a:pt x="64800" y="121378"/>
                  <a:pt x="64800" y="139272"/>
                </a:cubicBezTo>
                <a:cubicBezTo>
                  <a:pt x="64800" y="157166"/>
                  <a:pt x="50294" y="171672"/>
                  <a:pt x="32400" y="171672"/>
                </a:cubicBezTo>
                <a:cubicBezTo>
                  <a:pt x="14506" y="171672"/>
                  <a:pt x="0" y="157166"/>
                  <a:pt x="0" y="139272"/>
                </a:cubicBezTo>
                <a:cubicBezTo>
                  <a:pt x="0" y="121378"/>
                  <a:pt x="14506" y="106872"/>
                  <a:pt x="32400" y="106872"/>
                </a:cubicBezTo>
                <a:close/>
                <a:moveTo>
                  <a:pt x="906006" y="0"/>
                </a:moveTo>
                <a:cubicBezTo>
                  <a:pt x="923900" y="0"/>
                  <a:pt x="938406" y="14506"/>
                  <a:pt x="938406" y="32400"/>
                </a:cubicBezTo>
                <a:cubicBezTo>
                  <a:pt x="938406" y="50294"/>
                  <a:pt x="923900" y="64800"/>
                  <a:pt x="906006" y="64800"/>
                </a:cubicBezTo>
                <a:cubicBezTo>
                  <a:pt x="888112" y="64800"/>
                  <a:pt x="873606" y="50294"/>
                  <a:pt x="873606" y="32400"/>
                </a:cubicBezTo>
                <a:cubicBezTo>
                  <a:pt x="873606" y="14506"/>
                  <a:pt x="888112" y="0"/>
                  <a:pt x="906006" y="0"/>
                </a:cubicBezTo>
                <a:close/>
                <a:moveTo>
                  <a:pt x="796786" y="0"/>
                </a:moveTo>
                <a:cubicBezTo>
                  <a:pt x="814680" y="0"/>
                  <a:pt x="829186" y="14506"/>
                  <a:pt x="829186" y="32400"/>
                </a:cubicBezTo>
                <a:cubicBezTo>
                  <a:pt x="829186" y="50294"/>
                  <a:pt x="814680" y="64800"/>
                  <a:pt x="796786" y="64800"/>
                </a:cubicBezTo>
                <a:cubicBezTo>
                  <a:pt x="778892" y="64800"/>
                  <a:pt x="764386" y="50294"/>
                  <a:pt x="764386" y="32400"/>
                </a:cubicBezTo>
                <a:cubicBezTo>
                  <a:pt x="764386" y="14506"/>
                  <a:pt x="778892" y="0"/>
                  <a:pt x="796786" y="0"/>
                </a:cubicBezTo>
                <a:close/>
                <a:moveTo>
                  <a:pt x="687566" y="0"/>
                </a:moveTo>
                <a:cubicBezTo>
                  <a:pt x="705460" y="0"/>
                  <a:pt x="719966" y="14506"/>
                  <a:pt x="719966" y="32400"/>
                </a:cubicBezTo>
                <a:cubicBezTo>
                  <a:pt x="719966" y="50294"/>
                  <a:pt x="705460" y="64800"/>
                  <a:pt x="687566" y="64800"/>
                </a:cubicBezTo>
                <a:cubicBezTo>
                  <a:pt x="669672" y="64800"/>
                  <a:pt x="655166" y="50294"/>
                  <a:pt x="655166" y="32400"/>
                </a:cubicBezTo>
                <a:cubicBezTo>
                  <a:pt x="655166" y="14506"/>
                  <a:pt x="669672" y="0"/>
                  <a:pt x="687566" y="0"/>
                </a:cubicBezTo>
                <a:close/>
                <a:moveTo>
                  <a:pt x="578346" y="0"/>
                </a:moveTo>
                <a:lnTo>
                  <a:pt x="578423" y="32"/>
                </a:lnTo>
                <a:lnTo>
                  <a:pt x="578500" y="0"/>
                </a:lnTo>
                <a:cubicBezTo>
                  <a:pt x="596394" y="0"/>
                  <a:pt x="610900" y="14506"/>
                  <a:pt x="610900" y="32400"/>
                </a:cubicBezTo>
                <a:cubicBezTo>
                  <a:pt x="610900" y="50294"/>
                  <a:pt x="596394" y="64800"/>
                  <a:pt x="578500" y="64800"/>
                </a:cubicBezTo>
                <a:lnTo>
                  <a:pt x="578423" y="64768"/>
                </a:lnTo>
                <a:lnTo>
                  <a:pt x="578346" y="64800"/>
                </a:lnTo>
                <a:cubicBezTo>
                  <a:pt x="560452" y="64800"/>
                  <a:pt x="545946" y="50294"/>
                  <a:pt x="545946" y="32400"/>
                </a:cubicBezTo>
                <a:cubicBezTo>
                  <a:pt x="545946" y="14506"/>
                  <a:pt x="560452" y="0"/>
                  <a:pt x="578346" y="0"/>
                </a:cubicBezTo>
                <a:close/>
                <a:moveTo>
                  <a:pt x="469126" y="0"/>
                </a:moveTo>
                <a:lnTo>
                  <a:pt x="469203" y="32"/>
                </a:lnTo>
                <a:lnTo>
                  <a:pt x="469280" y="0"/>
                </a:lnTo>
                <a:cubicBezTo>
                  <a:pt x="487174" y="0"/>
                  <a:pt x="501680" y="14506"/>
                  <a:pt x="501680" y="32400"/>
                </a:cubicBezTo>
                <a:cubicBezTo>
                  <a:pt x="501680" y="50294"/>
                  <a:pt x="487174" y="64800"/>
                  <a:pt x="469280" y="64800"/>
                </a:cubicBezTo>
                <a:lnTo>
                  <a:pt x="469203" y="64768"/>
                </a:lnTo>
                <a:lnTo>
                  <a:pt x="469126" y="64800"/>
                </a:lnTo>
                <a:cubicBezTo>
                  <a:pt x="451232" y="64800"/>
                  <a:pt x="436726" y="50294"/>
                  <a:pt x="436726" y="32400"/>
                </a:cubicBezTo>
                <a:cubicBezTo>
                  <a:pt x="436726" y="14506"/>
                  <a:pt x="451232" y="0"/>
                  <a:pt x="469126" y="0"/>
                </a:cubicBezTo>
                <a:close/>
                <a:moveTo>
                  <a:pt x="359906" y="0"/>
                </a:moveTo>
                <a:lnTo>
                  <a:pt x="359983" y="32"/>
                </a:lnTo>
                <a:lnTo>
                  <a:pt x="360060" y="0"/>
                </a:lnTo>
                <a:cubicBezTo>
                  <a:pt x="377954" y="0"/>
                  <a:pt x="392460" y="14506"/>
                  <a:pt x="392460" y="32400"/>
                </a:cubicBezTo>
                <a:cubicBezTo>
                  <a:pt x="392460" y="50294"/>
                  <a:pt x="377954" y="64800"/>
                  <a:pt x="360060" y="64800"/>
                </a:cubicBezTo>
                <a:lnTo>
                  <a:pt x="359983" y="64768"/>
                </a:lnTo>
                <a:lnTo>
                  <a:pt x="359906" y="64800"/>
                </a:lnTo>
                <a:cubicBezTo>
                  <a:pt x="342012" y="64800"/>
                  <a:pt x="327506" y="50294"/>
                  <a:pt x="327506" y="32400"/>
                </a:cubicBezTo>
                <a:cubicBezTo>
                  <a:pt x="327506" y="14506"/>
                  <a:pt x="342012" y="0"/>
                  <a:pt x="359906" y="0"/>
                </a:cubicBezTo>
                <a:close/>
                <a:moveTo>
                  <a:pt x="250840" y="0"/>
                </a:moveTo>
                <a:cubicBezTo>
                  <a:pt x="268734" y="0"/>
                  <a:pt x="283240" y="14506"/>
                  <a:pt x="283240" y="32400"/>
                </a:cubicBezTo>
                <a:cubicBezTo>
                  <a:pt x="283240" y="50294"/>
                  <a:pt x="268734" y="64800"/>
                  <a:pt x="250840" y="64800"/>
                </a:cubicBezTo>
                <a:cubicBezTo>
                  <a:pt x="232946" y="64800"/>
                  <a:pt x="218440" y="50294"/>
                  <a:pt x="218440" y="32400"/>
                </a:cubicBezTo>
                <a:cubicBezTo>
                  <a:pt x="218440" y="14506"/>
                  <a:pt x="232946" y="0"/>
                  <a:pt x="250840" y="0"/>
                </a:cubicBezTo>
                <a:close/>
                <a:moveTo>
                  <a:pt x="141620" y="0"/>
                </a:moveTo>
                <a:cubicBezTo>
                  <a:pt x="159514" y="0"/>
                  <a:pt x="174020" y="14506"/>
                  <a:pt x="174020" y="32400"/>
                </a:cubicBezTo>
                <a:cubicBezTo>
                  <a:pt x="174020" y="50294"/>
                  <a:pt x="159514" y="64800"/>
                  <a:pt x="141620" y="64800"/>
                </a:cubicBezTo>
                <a:cubicBezTo>
                  <a:pt x="123726" y="64800"/>
                  <a:pt x="109220" y="50294"/>
                  <a:pt x="109220" y="32400"/>
                </a:cubicBezTo>
                <a:cubicBezTo>
                  <a:pt x="109220" y="14506"/>
                  <a:pt x="123726" y="0"/>
                  <a:pt x="141620" y="0"/>
                </a:cubicBezTo>
                <a:close/>
                <a:moveTo>
                  <a:pt x="32400" y="0"/>
                </a:moveTo>
                <a:cubicBezTo>
                  <a:pt x="50294" y="0"/>
                  <a:pt x="64800" y="14506"/>
                  <a:pt x="64800" y="32400"/>
                </a:cubicBezTo>
                <a:cubicBezTo>
                  <a:pt x="64800" y="50294"/>
                  <a:pt x="50294" y="64800"/>
                  <a:pt x="32400" y="64800"/>
                </a:cubicBezTo>
                <a:cubicBezTo>
                  <a:pt x="14506" y="64800"/>
                  <a:pt x="0" y="50294"/>
                  <a:pt x="0" y="32400"/>
                </a:cubicBezTo>
                <a:cubicBezTo>
                  <a:pt x="0" y="14506"/>
                  <a:pt x="14506" y="0"/>
                  <a:pt x="32400" y="0"/>
                </a:cubicBezTo>
                <a:close/>
              </a:path>
            </a:pathLst>
          </a:cu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rot="5400000">
            <a:off x="11119827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rot="5400000">
            <a:off x="11427460" y="681234"/>
            <a:ext cx="182880" cy="182880"/>
          </a:xfrm>
          <a:prstGeom prst="triangle">
            <a:avLst/>
          </a:prstGeom>
          <a:solidFill>
            <a:srgbClr val="1D55B3">
              <a:alpha val="70196"/>
            </a:srgbClr>
          </a:solidFill>
          <a:ln w="19050">
            <a:solidFill>
              <a:srgbClr val="3175E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rot="5400000">
            <a:off x="11735094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0" y="93048"/>
            <a:ext cx="12192000" cy="423601"/>
          </a:xfrm>
          <a:prstGeom prst="rect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0" y="0"/>
            <a:ext cx="12192000" cy="423601"/>
          </a:xfrm>
          <a:prstGeom prst="rect">
            <a:avLst/>
          </a:pr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913782"/>
            <a:ext cx="12192000" cy="944218"/>
          </a:xfrm>
          <a:custGeom>
            <a:avLst/>
            <a:gdLst/>
            <a:ahLst/>
            <a:cxnLst/>
            <a:rect l="l" t="t" r="r" b="b"/>
            <a:pathLst>
              <a:path w="12192000" h="944218">
                <a:moveTo>
                  <a:pt x="4331195" y="1188"/>
                </a:moveTo>
                <a:cubicBezTo>
                  <a:pt x="6085047" y="24475"/>
                  <a:pt x="8672637" y="382433"/>
                  <a:pt x="9997440" y="380340"/>
                </a:cubicBezTo>
                <a:cubicBezTo>
                  <a:pt x="11002328" y="378753"/>
                  <a:pt x="11669871" y="206509"/>
                  <a:pt x="12176805" y="92432"/>
                </a:cubicBezTo>
                <a:lnTo>
                  <a:pt x="12192000" y="89267"/>
                </a:lnTo>
                <a:lnTo>
                  <a:pt x="12192000" y="944218"/>
                </a:lnTo>
                <a:lnTo>
                  <a:pt x="0" y="944218"/>
                </a:lnTo>
                <a:lnTo>
                  <a:pt x="0" y="432863"/>
                </a:lnTo>
                <a:cubicBezTo>
                  <a:pt x="609872" y="277566"/>
                  <a:pt x="1970414" y="105871"/>
                  <a:pt x="3659232" y="12437"/>
                </a:cubicBezTo>
                <a:cubicBezTo>
                  <a:pt x="3764783" y="6598"/>
                  <a:pt x="3876011" y="2934"/>
                  <a:pt x="3992162" y="1198"/>
                </a:cubicBezTo>
                <a:cubicBezTo>
                  <a:pt x="4101054" y="-430"/>
                  <a:pt x="4214272" y="-365"/>
                  <a:pt x="4331195" y="1188"/>
                </a:cubicBezTo>
                <a:close/>
              </a:path>
            </a:pathLst>
          </a:custGeom>
          <a:solidFill>
            <a:srgbClr val="3175E7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5759770"/>
            <a:ext cx="12192000" cy="1098230"/>
          </a:xfrm>
          <a:custGeom>
            <a:avLst/>
            <a:gdLst/>
            <a:ahLst/>
            <a:cxnLst/>
            <a:rect l="l" t="t" r="r" b="b"/>
            <a:pathLst>
              <a:path w="12192000" h="1098230">
                <a:moveTo>
                  <a:pt x="0" y="0"/>
                </a:moveTo>
                <a:lnTo>
                  <a:pt x="51197" y="27041"/>
                </a:lnTo>
                <a:cubicBezTo>
                  <a:pt x="848757" y="121180"/>
                  <a:pt x="1951634" y="762219"/>
                  <a:pt x="4785361" y="778191"/>
                </a:cubicBezTo>
                <a:cubicBezTo>
                  <a:pt x="7619088" y="794163"/>
                  <a:pt x="8961120" y="263511"/>
                  <a:pt x="10195560" y="214311"/>
                </a:cubicBezTo>
                <a:cubicBezTo>
                  <a:pt x="11430000" y="165112"/>
                  <a:pt x="11859260" y="335674"/>
                  <a:pt x="12192000" y="482994"/>
                </a:cubicBezTo>
                <a:lnTo>
                  <a:pt x="12192000" y="1098230"/>
                </a:lnTo>
                <a:lnTo>
                  <a:pt x="0" y="1098230"/>
                </a:lnTo>
                <a:close/>
              </a:path>
            </a:pathLst>
          </a:cu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0" y="93048"/>
            <a:ext cx="12192000" cy="423601"/>
          </a:xfrm>
          <a:prstGeom prst="rect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0" y="0"/>
            <a:ext cx="12192000" cy="423601"/>
          </a:xfrm>
          <a:prstGeom prst="rect">
            <a:avLst/>
          </a:pr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rot="5400000">
            <a:off x="11119827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rot="5400000">
            <a:off x="11427460" y="681234"/>
            <a:ext cx="182880" cy="182880"/>
          </a:xfrm>
          <a:prstGeom prst="triangle">
            <a:avLst/>
          </a:prstGeom>
          <a:solidFill>
            <a:srgbClr val="1D55B3">
              <a:alpha val="70196"/>
            </a:srgbClr>
          </a:solidFill>
          <a:ln w="19050">
            <a:solidFill>
              <a:srgbClr val="3175E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rot="5400000">
            <a:off x="11735094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34105" y="505464"/>
            <a:ext cx="3414746" cy="1612852"/>
          </a:xfrm>
          <a:custGeom>
            <a:avLst/>
            <a:gdLst/>
            <a:ahLst/>
            <a:cxnLst/>
            <a:rect l="l" t="t" r="r" b="b"/>
            <a:pathLst>
              <a:path w="3414746" h="1612852">
                <a:moveTo>
                  <a:pt x="110896" y="0"/>
                </a:moveTo>
                <a:lnTo>
                  <a:pt x="3414746" y="0"/>
                </a:lnTo>
                <a:lnTo>
                  <a:pt x="3414746" y="1373787"/>
                </a:lnTo>
                <a:lnTo>
                  <a:pt x="3121885" y="1538521"/>
                </a:lnTo>
                <a:lnTo>
                  <a:pt x="2759524" y="1352695"/>
                </a:lnTo>
                <a:lnTo>
                  <a:pt x="2768815" y="953167"/>
                </a:lnTo>
                <a:lnTo>
                  <a:pt x="1254329" y="785923"/>
                </a:lnTo>
                <a:lnTo>
                  <a:pt x="780471" y="925293"/>
                </a:lnTo>
                <a:lnTo>
                  <a:pt x="668976" y="1278364"/>
                </a:lnTo>
                <a:lnTo>
                  <a:pt x="362362" y="1612852"/>
                </a:lnTo>
                <a:lnTo>
                  <a:pt x="0" y="1501356"/>
                </a:lnTo>
                <a:close/>
              </a:path>
            </a:pathLst>
          </a:cu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8529286" y="505464"/>
            <a:ext cx="1824230" cy="1717261"/>
          </a:xfrm>
          <a:custGeom>
            <a:avLst/>
            <a:gdLst/>
            <a:ahLst/>
            <a:cxnLst/>
            <a:rect l="l" t="t" r="r" b="b"/>
            <a:pathLst>
              <a:path w="1824230" h="1717261">
                <a:moveTo>
                  <a:pt x="0" y="0"/>
                </a:moveTo>
                <a:lnTo>
                  <a:pt x="1787598" y="0"/>
                </a:lnTo>
                <a:lnTo>
                  <a:pt x="1824230" y="1252857"/>
                </a:lnTo>
                <a:lnTo>
                  <a:pt x="1687641" y="1498718"/>
                </a:lnTo>
                <a:lnTo>
                  <a:pt x="1232344" y="1635308"/>
                </a:lnTo>
                <a:lnTo>
                  <a:pt x="1150390" y="1325705"/>
                </a:lnTo>
                <a:lnTo>
                  <a:pt x="1268768" y="1025209"/>
                </a:lnTo>
                <a:lnTo>
                  <a:pt x="1286980" y="833984"/>
                </a:lnTo>
                <a:lnTo>
                  <a:pt x="1159496" y="642759"/>
                </a:lnTo>
                <a:lnTo>
                  <a:pt x="667776" y="824878"/>
                </a:lnTo>
                <a:lnTo>
                  <a:pt x="549398" y="1380341"/>
                </a:lnTo>
                <a:lnTo>
                  <a:pt x="394598" y="1708155"/>
                </a:lnTo>
                <a:lnTo>
                  <a:pt x="39466" y="1717261"/>
                </a:lnTo>
                <a:lnTo>
                  <a:pt x="0" y="1475533"/>
                </a:lnTo>
                <a:close/>
              </a:path>
            </a:pathLst>
          </a:cu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 rot="5400000">
            <a:off x="11119827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 rot="5400000">
            <a:off x="11427460" y="681234"/>
            <a:ext cx="182880" cy="182880"/>
          </a:xfrm>
          <a:prstGeom prst="triangle">
            <a:avLst/>
          </a:prstGeom>
          <a:solidFill>
            <a:srgbClr val="1D55B3">
              <a:alpha val="70196"/>
            </a:srgbClr>
          </a:solidFill>
          <a:ln w="19050">
            <a:solidFill>
              <a:srgbClr val="3175E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rot="5400000">
            <a:off x="11735094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0" y="635111"/>
            <a:ext cx="938406" cy="492288"/>
          </a:xfrm>
          <a:custGeom>
            <a:avLst/>
            <a:gdLst/>
            <a:ahLst/>
            <a:cxnLst/>
            <a:rect l="l" t="t" r="r" b="b"/>
            <a:pathLst>
              <a:path w="938406" h="492288">
                <a:moveTo>
                  <a:pt x="906006" y="427488"/>
                </a:moveTo>
                <a:cubicBezTo>
                  <a:pt x="923900" y="427488"/>
                  <a:pt x="938406" y="441994"/>
                  <a:pt x="938406" y="459888"/>
                </a:cubicBezTo>
                <a:cubicBezTo>
                  <a:pt x="938406" y="477782"/>
                  <a:pt x="923900" y="492288"/>
                  <a:pt x="906006" y="492288"/>
                </a:cubicBezTo>
                <a:cubicBezTo>
                  <a:pt x="888112" y="492288"/>
                  <a:pt x="873606" y="477782"/>
                  <a:pt x="873606" y="459888"/>
                </a:cubicBezTo>
                <a:cubicBezTo>
                  <a:pt x="873606" y="441994"/>
                  <a:pt x="888112" y="427488"/>
                  <a:pt x="906006" y="427488"/>
                </a:cubicBezTo>
                <a:close/>
                <a:moveTo>
                  <a:pt x="796786" y="427488"/>
                </a:moveTo>
                <a:cubicBezTo>
                  <a:pt x="814680" y="427488"/>
                  <a:pt x="829186" y="441994"/>
                  <a:pt x="829186" y="459888"/>
                </a:cubicBezTo>
                <a:cubicBezTo>
                  <a:pt x="829186" y="477782"/>
                  <a:pt x="814680" y="492288"/>
                  <a:pt x="796786" y="492288"/>
                </a:cubicBezTo>
                <a:cubicBezTo>
                  <a:pt x="778892" y="492288"/>
                  <a:pt x="764386" y="477782"/>
                  <a:pt x="764386" y="459888"/>
                </a:cubicBezTo>
                <a:cubicBezTo>
                  <a:pt x="764386" y="441994"/>
                  <a:pt x="778892" y="427488"/>
                  <a:pt x="796786" y="427488"/>
                </a:cubicBezTo>
                <a:close/>
                <a:moveTo>
                  <a:pt x="687566" y="427488"/>
                </a:moveTo>
                <a:cubicBezTo>
                  <a:pt x="705460" y="427488"/>
                  <a:pt x="719966" y="441994"/>
                  <a:pt x="719966" y="459888"/>
                </a:cubicBezTo>
                <a:cubicBezTo>
                  <a:pt x="719966" y="477782"/>
                  <a:pt x="705460" y="492288"/>
                  <a:pt x="687566" y="492288"/>
                </a:cubicBezTo>
                <a:cubicBezTo>
                  <a:pt x="669672" y="492288"/>
                  <a:pt x="655166" y="477782"/>
                  <a:pt x="655166" y="459888"/>
                </a:cubicBezTo>
                <a:cubicBezTo>
                  <a:pt x="655166" y="441994"/>
                  <a:pt x="669672" y="427488"/>
                  <a:pt x="687566" y="427488"/>
                </a:cubicBezTo>
                <a:close/>
                <a:moveTo>
                  <a:pt x="578346" y="427488"/>
                </a:moveTo>
                <a:lnTo>
                  <a:pt x="578423" y="427520"/>
                </a:lnTo>
                <a:lnTo>
                  <a:pt x="578500" y="427488"/>
                </a:lnTo>
                <a:cubicBezTo>
                  <a:pt x="596394" y="427488"/>
                  <a:pt x="610900" y="441994"/>
                  <a:pt x="610900" y="459888"/>
                </a:cubicBezTo>
                <a:cubicBezTo>
                  <a:pt x="610900" y="477782"/>
                  <a:pt x="596394" y="492288"/>
                  <a:pt x="578500" y="492288"/>
                </a:cubicBezTo>
                <a:lnTo>
                  <a:pt x="578423" y="492256"/>
                </a:lnTo>
                <a:lnTo>
                  <a:pt x="578346" y="492288"/>
                </a:lnTo>
                <a:cubicBezTo>
                  <a:pt x="560452" y="492288"/>
                  <a:pt x="545946" y="477782"/>
                  <a:pt x="545946" y="459888"/>
                </a:cubicBezTo>
                <a:cubicBezTo>
                  <a:pt x="545946" y="441994"/>
                  <a:pt x="560452" y="427488"/>
                  <a:pt x="578346" y="427488"/>
                </a:cubicBezTo>
                <a:close/>
                <a:moveTo>
                  <a:pt x="469126" y="427488"/>
                </a:moveTo>
                <a:lnTo>
                  <a:pt x="469203" y="427520"/>
                </a:lnTo>
                <a:lnTo>
                  <a:pt x="469280" y="427488"/>
                </a:lnTo>
                <a:cubicBezTo>
                  <a:pt x="487174" y="427488"/>
                  <a:pt x="501680" y="441994"/>
                  <a:pt x="501680" y="459888"/>
                </a:cubicBezTo>
                <a:cubicBezTo>
                  <a:pt x="501680" y="477782"/>
                  <a:pt x="487174" y="492288"/>
                  <a:pt x="469280" y="492288"/>
                </a:cubicBezTo>
                <a:lnTo>
                  <a:pt x="469203" y="492256"/>
                </a:lnTo>
                <a:lnTo>
                  <a:pt x="469126" y="492288"/>
                </a:lnTo>
                <a:cubicBezTo>
                  <a:pt x="451232" y="492288"/>
                  <a:pt x="436726" y="477782"/>
                  <a:pt x="436726" y="459888"/>
                </a:cubicBezTo>
                <a:cubicBezTo>
                  <a:pt x="436726" y="441994"/>
                  <a:pt x="451232" y="427488"/>
                  <a:pt x="469126" y="427488"/>
                </a:cubicBezTo>
                <a:close/>
                <a:moveTo>
                  <a:pt x="359906" y="427488"/>
                </a:moveTo>
                <a:lnTo>
                  <a:pt x="359983" y="427520"/>
                </a:lnTo>
                <a:lnTo>
                  <a:pt x="360060" y="427488"/>
                </a:lnTo>
                <a:cubicBezTo>
                  <a:pt x="377954" y="427488"/>
                  <a:pt x="392460" y="441994"/>
                  <a:pt x="392460" y="459888"/>
                </a:cubicBezTo>
                <a:cubicBezTo>
                  <a:pt x="392460" y="477782"/>
                  <a:pt x="377954" y="492288"/>
                  <a:pt x="360060" y="492288"/>
                </a:cubicBezTo>
                <a:lnTo>
                  <a:pt x="359983" y="492256"/>
                </a:lnTo>
                <a:lnTo>
                  <a:pt x="359906" y="492288"/>
                </a:lnTo>
                <a:cubicBezTo>
                  <a:pt x="342012" y="492288"/>
                  <a:pt x="327506" y="477782"/>
                  <a:pt x="327506" y="459888"/>
                </a:cubicBezTo>
                <a:cubicBezTo>
                  <a:pt x="327506" y="441994"/>
                  <a:pt x="342012" y="427488"/>
                  <a:pt x="359906" y="427488"/>
                </a:cubicBezTo>
                <a:close/>
                <a:moveTo>
                  <a:pt x="250840" y="427488"/>
                </a:moveTo>
                <a:cubicBezTo>
                  <a:pt x="268734" y="427488"/>
                  <a:pt x="283240" y="441994"/>
                  <a:pt x="283240" y="459888"/>
                </a:cubicBezTo>
                <a:cubicBezTo>
                  <a:pt x="283240" y="477782"/>
                  <a:pt x="268734" y="492288"/>
                  <a:pt x="250840" y="492288"/>
                </a:cubicBezTo>
                <a:cubicBezTo>
                  <a:pt x="232946" y="492288"/>
                  <a:pt x="218440" y="477782"/>
                  <a:pt x="218440" y="459888"/>
                </a:cubicBezTo>
                <a:cubicBezTo>
                  <a:pt x="218440" y="441994"/>
                  <a:pt x="232946" y="427488"/>
                  <a:pt x="250840" y="427488"/>
                </a:cubicBezTo>
                <a:close/>
                <a:moveTo>
                  <a:pt x="141620" y="427488"/>
                </a:moveTo>
                <a:cubicBezTo>
                  <a:pt x="159514" y="427488"/>
                  <a:pt x="174020" y="441994"/>
                  <a:pt x="174020" y="459888"/>
                </a:cubicBezTo>
                <a:cubicBezTo>
                  <a:pt x="174020" y="477782"/>
                  <a:pt x="159514" y="492288"/>
                  <a:pt x="141620" y="492288"/>
                </a:cubicBezTo>
                <a:cubicBezTo>
                  <a:pt x="123726" y="492288"/>
                  <a:pt x="109220" y="477782"/>
                  <a:pt x="109220" y="459888"/>
                </a:cubicBezTo>
                <a:cubicBezTo>
                  <a:pt x="109220" y="441994"/>
                  <a:pt x="123726" y="427488"/>
                  <a:pt x="141620" y="427488"/>
                </a:cubicBezTo>
                <a:close/>
                <a:moveTo>
                  <a:pt x="32400" y="427488"/>
                </a:moveTo>
                <a:cubicBezTo>
                  <a:pt x="50294" y="427488"/>
                  <a:pt x="64800" y="441994"/>
                  <a:pt x="64800" y="459888"/>
                </a:cubicBezTo>
                <a:cubicBezTo>
                  <a:pt x="64800" y="477782"/>
                  <a:pt x="50294" y="492288"/>
                  <a:pt x="32400" y="492288"/>
                </a:cubicBezTo>
                <a:cubicBezTo>
                  <a:pt x="14506" y="492288"/>
                  <a:pt x="0" y="477782"/>
                  <a:pt x="0" y="459888"/>
                </a:cubicBezTo>
                <a:cubicBezTo>
                  <a:pt x="0" y="441994"/>
                  <a:pt x="14506" y="427488"/>
                  <a:pt x="32400" y="427488"/>
                </a:cubicBezTo>
                <a:close/>
                <a:moveTo>
                  <a:pt x="906006" y="320616"/>
                </a:moveTo>
                <a:cubicBezTo>
                  <a:pt x="923900" y="320616"/>
                  <a:pt x="938406" y="335122"/>
                  <a:pt x="938406" y="353016"/>
                </a:cubicBezTo>
                <a:cubicBezTo>
                  <a:pt x="938406" y="370910"/>
                  <a:pt x="923900" y="385416"/>
                  <a:pt x="906006" y="385416"/>
                </a:cubicBezTo>
                <a:cubicBezTo>
                  <a:pt x="888112" y="385416"/>
                  <a:pt x="873606" y="370910"/>
                  <a:pt x="873606" y="353016"/>
                </a:cubicBezTo>
                <a:cubicBezTo>
                  <a:pt x="873606" y="335122"/>
                  <a:pt x="888112" y="320616"/>
                  <a:pt x="906006" y="320616"/>
                </a:cubicBezTo>
                <a:close/>
                <a:moveTo>
                  <a:pt x="796786" y="320616"/>
                </a:moveTo>
                <a:cubicBezTo>
                  <a:pt x="814680" y="320616"/>
                  <a:pt x="829186" y="335122"/>
                  <a:pt x="829186" y="353016"/>
                </a:cubicBezTo>
                <a:cubicBezTo>
                  <a:pt x="829186" y="370910"/>
                  <a:pt x="814680" y="385416"/>
                  <a:pt x="796786" y="385416"/>
                </a:cubicBezTo>
                <a:cubicBezTo>
                  <a:pt x="778892" y="385416"/>
                  <a:pt x="764386" y="370910"/>
                  <a:pt x="764386" y="353016"/>
                </a:cubicBezTo>
                <a:cubicBezTo>
                  <a:pt x="764386" y="335122"/>
                  <a:pt x="778892" y="320616"/>
                  <a:pt x="796786" y="320616"/>
                </a:cubicBezTo>
                <a:close/>
                <a:moveTo>
                  <a:pt x="687566" y="320616"/>
                </a:moveTo>
                <a:cubicBezTo>
                  <a:pt x="705460" y="320616"/>
                  <a:pt x="719966" y="335122"/>
                  <a:pt x="719966" y="353016"/>
                </a:cubicBezTo>
                <a:cubicBezTo>
                  <a:pt x="719966" y="370910"/>
                  <a:pt x="705460" y="385416"/>
                  <a:pt x="687566" y="385416"/>
                </a:cubicBezTo>
                <a:cubicBezTo>
                  <a:pt x="669672" y="385416"/>
                  <a:pt x="655166" y="370910"/>
                  <a:pt x="655166" y="353016"/>
                </a:cubicBezTo>
                <a:cubicBezTo>
                  <a:pt x="655166" y="335122"/>
                  <a:pt x="669672" y="320616"/>
                  <a:pt x="687566" y="320616"/>
                </a:cubicBezTo>
                <a:close/>
                <a:moveTo>
                  <a:pt x="578346" y="320616"/>
                </a:moveTo>
                <a:lnTo>
                  <a:pt x="578423" y="320648"/>
                </a:lnTo>
                <a:lnTo>
                  <a:pt x="578500" y="320616"/>
                </a:lnTo>
                <a:cubicBezTo>
                  <a:pt x="596394" y="320616"/>
                  <a:pt x="610900" y="335122"/>
                  <a:pt x="610900" y="353016"/>
                </a:cubicBezTo>
                <a:cubicBezTo>
                  <a:pt x="610900" y="370910"/>
                  <a:pt x="596394" y="385416"/>
                  <a:pt x="578500" y="385416"/>
                </a:cubicBezTo>
                <a:lnTo>
                  <a:pt x="578423" y="385384"/>
                </a:lnTo>
                <a:lnTo>
                  <a:pt x="578346" y="385416"/>
                </a:lnTo>
                <a:cubicBezTo>
                  <a:pt x="560452" y="385416"/>
                  <a:pt x="545946" y="370910"/>
                  <a:pt x="545946" y="353016"/>
                </a:cubicBezTo>
                <a:cubicBezTo>
                  <a:pt x="545946" y="335122"/>
                  <a:pt x="560452" y="320616"/>
                  <a:pt x="578346" y="320616"/>
                </a:cubicBezTo>
                <a:close/>
                <a:moveTo>
                  <a:pt x="469126" y="320616"/>
                </a:moveTo>
                <a:lnTo>
                  <a:pt x="469203" y="320648"/>
                </a:lnTo>
                <a:lnTo>
                  <a:pt x="469280" y="320616"/>
                </a:lnTo>
                <a:cubicBezTo>
                  <a:pt x="487174" y="320616"/>
                  <a:pt x="501680" y="335122"/>
                  <a:pt x="501680" y="353016"/>
                </a:cubicBezTo>
                <a:cubicBezTo>
                  <a:pt x="501680" y="370910"/>
                  <a:pt x="487174" y="385416"/>
                  <a:pt x="469280" y="385416"/>
                </a:cubicBezTo>
                <a:lnTo>
                  <a:pt x="469203" y="385384"/>
                </a:lnTo>
                <a:lnTo>
                  <a:pt x="469126" y="385416"/>
                </a:lnTo>
                <a:cubicBezTo>
                  <a:pt x="451232" y="385416"/>
                  <a:pt x="436726" y="370910"/>
                  <a:pt x="436726" y="353016"/>
                </a:cubicBezTo>
                <a:cubicBezTo>
                  <a:pt x="436726" y="335122"/>
                  <a:pt x="451232" y="320616"/>
                  <a:pt x="469126" y="320616"/>
                </a:cubicBezTo>
                <a:close/>
                <a:moveTo>
                  <a:pt x="359906" y="320616"/>
                </a:moveTo>
                <a:lnTo>
                  <a:pt x="359983" y="320648"/>
                </a:lnTo>
                <a:lnTo>
                  <a:pt x="360060" y="320616"/>
                </a:lnTo>
                <a:cubicBezTo>
                  <a:pt x="377954" y="320616"/>
                  <a:pt x="392460" y="335122"/>
                  <a:pt x="392460" y="353016"/>
                </a:cubicBezTo>
                <a:cubicBezTo>
                  <a:pt x="392460" y="370910"/>
                  <a:pt x="377954" y="385416"/>
                  <a:pt x="360060" y="385416"/>
                </a:cubicBezTo>
                <a:lnTo>
                  <a:pt x="359983" y="385384"/>
                </a:lnTo>
                <a:lnTo>
                  <a:pt x="359906" y="385416"/>
                </a:lnTo>
                <a:cubicBezTo>
                  <a:pt x="342012" y="385416"/>
                  <a:pt x="327506" y="370910"/>
                  <a:pt x="327506" y="353016"/>
                </a:cubicBezTo>
                <a:cubicBezTo>
                  <a:pt x="327506" y="335122"/>
                  <a:pt x="342012" y="320616"/>
                  <a:pt x="359906" y="320616"/>
                </a:cubicBezTo>
                <a:close/>
                <a:moveTo>
                  <a:pt x="250840" y="320616"/>
                </a:moveTo>
                <a:cubicBezTo>
                  <a:pt x="268734" y="320616"/>
                  <a:pt x="283240" y="335122"/>
                  <a:pt x="283240" y="353016"/>
                </a:cubicBezTo>
                <a:cubicBezTo>
                  <a:pt x="283240" y="370910"/>
                  <a:pt x="268734" y="385416"/>
                  <a:pt x="250840" y="385416"/>
                </a:cubicBezTo>
                <a:cubicBezTo>
                  <a:pt x="232946" y="385416"/>
                  <a:pt x="218440" y="370910"/>
                  <a:pt x="218440" y="353016"/>
                </a:cubicBezTo>
                <a:cubicBezTo>
                  <a:pt x="218440" y="335122"/>
                  <a:pt x="232946" y="320616"/>
                  <a:pt x="250840" y="320616"/>
                </a:cubicBezTo>
                <a:close/>
                <a:moveTo>
                  <a:pt x="141620" y="320616"/>
                </a:moveTo>
                <a:cubicBezTo>
                  <a:pt x="159514" y="320616"/>
                  <a:pt x="174020" y="335122"/>
                  <a:pt x="174020" y="353016"/>
                </a:cubicBezTo>
                <a:cubicBezTo>
                  <a:pt x="174020" y="370910"/>
                  <a:pt x="159514" y="385416"/>
                  <a:pt x="141620" y="385416"/>
                </a:cubicBezTo>
                <a:cubicBezTo>
                  <a:pt x="123726" y="385416"/>
                  <a:pt x="109220" y="370910"/>
                  <a:pt x="109220" y="353016"/>
                </a:cubicBezTo>
                <a:cubicBezTo>
                  <a:pt x="109220" y="335122"/>
                  <a:pt x="123726" y="320616"/>
                  <a:pt x="141620" y="320616"/>
                </a:cubicBezTo>
                <a:close/>
                <a:moveTo>
                  <a:pt x="32400" y="320616"/>
                </a:moveTo>
                <a:cubicBezTo>
                  <a:pt x="50294" y="320616"/>
                  <a:pt x="64800" y="335122"/>
                  <a:pt x="64800" y="353016"/>
                </a:cubicBezTo>
                <a:cubicBezTo>
                  <a:pt x="64800" y="370910"/>
                  <a:pt x="50294" y="385416"/>
                  <a:pt x="32400" y="385416"/>
                </a:cubicBezTo>
                <a:cubicBezTo>
                  <a:pt x="14506" y="385416"/>
                  <a:pt x="0" y="370910"/>
                  <a:pt x="0" y="353016"/>
                </a:cubicBezTo>
                <a:cubicBezTo>
                  <a:pt x="0" y="335122"/>
                  <a:pt x="14506" y="320616"/>
                  <a:pt x="32400" y="320616"/>
                </a:cubicBezTo>
                <a:close/>
                <a:moveTo>
                  <a:pt x="906006" y="213744"/>
                </a:moveTo>
                <a:cubicBezTo>
                  <a:pt x="923900" y="213744"/>
                  <a:pt x="938406" y="228250"/>
                  <a:pt x="938406" y="246144"/>
                </a:cubicBezTo>
                <a:cubicBezTo>
                  <a:pt x="938406" y="264038"/>
                  <a:pt x="923900" y="278544"/>
                  <a:pt x="906006" y="278544"/>
                </a:cubicBezTo>
                <a:cubicBezTo>
                  <a:pt x="888112" y="278544"/>
                  <a:pt x="873606" y="264038"/>
                  <a:pt x="873606" y="246144"/>
                </a:cubicBezTo>
                <a:cubicBezTo>
                  <a:pt x="873606" y="228250"/>
                  <a:pt x="888112" y="213744"/>
                  <a:pt x="906006" y="213744"/>
                </a:cubicBezTo>
                <a:close/>
                <a:moveTo>
                  <a:pt x="796786" y="213744"/>
                </a:moveTo>
                <a:cubicBezTo>
                  <a:pt x="814680" y="213744"/>
                  <a:pt x="829186" y="228250"/>
                  <a:pt x="829186" y="246144"/>
                </a:cubicBezTo>
                <a:cubicBezTo>
                  <a:pt x="829186" y="264038"/>
                  <a:pt x="814680" y="278544"/>
                  <a:pt x="796786" y="278544"/>
                </a:cubicBezTo>
                <a:cubicBezTo>
                  <a:pt x="778892" y="278544"/>
                  <a:pt x="764386" y="264038"/>
                  <a:pt x="764386" y="246144"/>
                </a:cubicBezTo>
                <a:cubicBezTo>
                  <a:pt x="764386" y="228250"/>
                  <a:pt x="778892" y="213744"/>
                  <a:pt x="796786" y="213744"/>
                </a:cubicBezTo>
                <a:close/>
                <a:moveTo>
                  <a:pt x="687566" y="213744"/>
                </a:moveTo>
                <a:cubicBezTo>
                  <a:pt x="705460" y="213744"/>
                  <a:pt x="719966" y="228250"/>
                  <a:pt x="719966" y="246144"/>
                </a:cubicBezTo>
                <a:cubicBezTo>
                  <a:pt x="719966" y="264038"/>
                  <a:pt x="705460" y="278544"/>
                  <a:pt x="687566" y="278544"/>
                </a:cubicBezTo>
                <a:cubicBezTo>
                  <a:pt x="669672" y="278544"/>
                  <a:pt x="655166" y="264038"/>
                  <a:pt x="655166" y="246144"/>
                </a:cubicBezTo>
                <a:cubicBezTo>
                  <a:pt x="655166" y="228250"/>
                  <a:pt x="669672" y="213744"/>
                  <a:pt x="687566" y="213744"/>
                </a:cubicBezTo>
                <a:close/>
                <a:moveTo>
                  <a:pt x="578346" y="213744"/>
                </a:moveTo>
                <a:lnTo>
                  <a:pt x="578423" y="213776"/>
                </a:lnTo>
                <a:lnTo>
                  <a:pt x="578500" y="213744"/>
                </a:lnTo>
                <a:cubicBezTo>
                  <a:pt x="596394" y="213744"/>
                  <a:pt x="610900" y="228250"/>
                  <a:pt x="610900" y="246144"/>
                </a:cubicBezTo>
                <a:cubicBezTo>
                  <a:pt x="610900" y="264038"/>
                  <a:pt x="596394" y="278544"/>
                  <a:pt x="578500" y="278544"/>
                </a:cubicBezTo>
                <a:lnTo>
                  <a:pt x="578423" y="278512"/>
                </a:lnTo>
                <a:lnTo>
                  <a:pt x="578346" y="278544"/>
                </a:lnTo>
                <a:cubicBezTo>
                  <a:pt x="560452" y="278544"/>
                  <a:pt x="545946" y="264038"/>
                  <a:pt x="545946" y="246144"/>
                </a:cubicBezTo>
                <a:cubicBezTo>
                  <a:pt x="545946" y="228250"/>
                  <a:pt x="560452" y="213744"/>
                  <a:pt x="578346" y="213744"/>
                </a:cubicBezTo>
                <a:close/>
                <a:moveTo>
                  <a:pt x="469126" y="213744"/>
                </a:moveTo>
                <a:lnTo>
                  <a:pt x="469203" y="213776"/>
                </a:lnTo>
                <a:lnTo>
                  <a:pt x="469280" y="213744"/>
                </a:lnTo>
                <a:cubicBezTo>
                  <a:pt x="487174" y="213744"/>
                  <a:pt x="501680" y="228250"/>
                  <a:pt x="501680" y="246144"/>
                </a:cubicBezTo>
                <a:cubicBezTo>
                  <a:pt x="501680" y="264038"/>
                  <a:pt x="487174" y="278544"/>
                  <a:pt x="469280" y="278544"/>
                </a:cubicBezTo>
                <a:lnTo>
                  <a:pt x="469203" y="278512"/>
                </a:lnTo>
                <a:lnTo>
                  <a:pt x="469126" y="278544"/>
                </a:lnTo>
                <a:cubicBezTo>
                  <a:pt x="451232" y="278544"/>
                  <a:pt x="436726" y="264038"/>
                  <a:pt x="436726" y="246144"/>
                </a:cubicBezTo>
                <a:cubicBezTo>
                  <a:pt x="436726" y="228250"/>
                  <a:pt x="451232" y="213744"/>
                  <a:pt x="469126" y="213744"/>
                </a:cubicBezTo>
                <a:close/>
                <a:moveTo>
                  <a:pt x="359906" y="213744"/>
                </a:moveTo>
                <a:lnTo>
                  <a:pt x="359983" y="213776"/>
                </a:lnTo>
                <a:lnTo>
                  <a:pt x="360060" y="213744"/>
                </a:lnTo>
                <a:cubicBezTo>
                  <a:pt x="377954" y="213744"/>
                  <a:pt x="392460" y="228250"/>
                  <a:pt x="392460" y="246144"/>
                </a:cubicBezTo>
                <a:cubicBezTo>
                  <a:pt x="392460" y="264038"/>
                  <a:pt x="377954" y="278544"/>
                  <a:pt x="360060" y="278544"/>
                </a:cubicBezTo>
                <a:lnTo>
                  <a:pt x="359983" y="278512"/>
                </a:lnTo>
                <a:lnTo>
                  <a:pt x="359906" y="278544"/>
                </a:lnTo>
                <a:cubicBezTo>
                  <a:pt x="342012" y="278544"/>
                  <a:pt x="327506" y="264038"/>
                  <a:pt x="327506" y="246144"/>
                </a:cubicBezTo>
                <a:cubicBezTo>
                  <a:pt x="327506" y="228250"/>
                  <a:pt x="342012" y="213744"/>
                  <a:pt x="359906" y="213744"/>
                </a:cubicBezTo>
                <a:close/>
                <a:moveTo>
                  <a:pt x="250840" y="213744"/>
                </a:moveTo>
                <a:cubicBezTo>
                  <a:pt x="268734" y="213744"/>
                  <a:pt x="283240" y="228250"/>
                  <a:pt x="283240" y="246144"/>
                </a:cubicBezTo>
                <a:cubicBezTo>
                  <a:pt x="283240" y="264038"/>
                  <a:pt x="268734" y="278544"/>
                  <a:pt x="250840" y="278544"/>
                </a:cubicBezTo>
                <a:cubicBezTo>
                  <a:pt x="232946" y="278544"/>
                  <a:pt x="218440" y="264038"/>
                  <a:pt x="218440" y="246144"/>
                </a:cubicBezTo>
                <a:cubicBezTo>
                  <a:pt x="218440" y="228250"/>
                  <a:pt x="232946" y="213744"/>
                  <a:pt x="250840" y="213744"/>
                </a:cubicBezTo>
                <a:close/>
                <a:moveTo>
                  <a:pt x="141620" y="213744"/>
                </a:moveTo>
                <a:cubicBezTo>
                  <a:pt x="159514" y="213744"/>
                  <a:pt x="174020" y="228250"/>
                  <a:pt x="174020" y="246144"/>
                </a:cubicBezTo>
                <a:cubicBezTo>
                  <a:pt x="174020" y="264038"/>
                  <a:pt x="159514" y="278544"/>
                  <a:pt x="141620" y="278544"/>
                </a:cubicBezTo>
                <a:cubicBezTo>
                  <a:pt x="123726" y="278544"/>
                  <a:pt x="109220" y="264038"/>
                  <a:pt x="109220" y="246144"/>
                </a:cubicBezTo>
                <a:cubicBezTo>
                  <a:pt x="109220" y="228250"/>
                  <a:pt x="123726" y="213744"/>
                  <a:pt x="141620" y="213744"/>
                </a:cubicBezTo>
                <a:close/>
                <a:moveTo>
                  <a:pt x="32400" y="213744"/>
                </a:moveTo>
                <a:cubicBezTo>
                  <a:pt x="50294" y="213744"/>
                  <a:pt x="64800" y="228250"/>
                  <a:pt x="64800" y="246144"/>
                </a:cubicBezTo>
                <a:cubicBezTo>
                  <a:pt x="64800" y="264038"/>
                  <a:pt x="50294" y="278544"/>
                  <a:pt x="32400" y="278544"/>
                </a:cubicBezTo>
                <a:cubicBezTo>
                  <a:pt x="14506" y="278544"/>
                  <a:pt x="0" y="264038"/>
                  <a:pt x="0" y="246144"/>
                </a:cubicBezTo>
                <a:cubicBezTo>
                  <a:pt x="0" y="228250"/>
                  <a:pt x="14506" y="213744"/>
                  <a:pt x="32400" y="213744"/>
                </a:cubicBezTo>
                <a:close/>
                <a:moveTo>
                  <a:pt x="906006" y="106872"/>
                </a:moveTo>
                <a:cubicBezTo>
                  <a:pt x="923900" y="106872"/>
                  <a:pt x="938406" y="121378"/>
                  <a:pt x="938406" y="139272"/>
                </a:cubicBezTo>
                <a:cubicBezTo>
                  <a:pt x="938406" y="157166"/>
                  <a:pt x="923900" y="171672"/>
                  <a:pt x="906006" y="171672"/>
                </a:cubicBezTo>
                <a:cubicBezTo>
                  <a:pt x="888112" y="171672"/>
                  <a:pt x="873606" y="157166"/>
                  <a:pt x="873606" y="139272"/>
                </a:cubicBezTo>
                <a:cubicBezTo>
                  <a:pt x="873606" y="121378"/>
                  <a:pt x="888112" y="106872"/>
                  <a:pt x="906006" y="106872"/>
                </a:cubicBezTo>
                <a:close/>
                <a:moveTo>
                  <a:pt x="796786" y="106872"/>
                </a:moveTo>
                <a:cubicBezTo>
                  <a:pt x="814680" y="106872"/>
                  <a:pt x="829186" y="121378"/>
                  <a:pt x="829186" y="139272"/>
                </a:cubicBezTo>
                <a:cubicBezTo>
                  <a:pt x="829186" y="157166"/>
                  <a:pt x="814680" y="171672"/>
                  <a:pt x="796786" y="171672"/>
                </a:cubicBezTo>
                <a:cubicBezTo>
                  <a:pt x="778892" y="171672"/>
                  <a:pt x="764386" y="157166"/>
                  <a:pt x="764386" y="139272"/>
                </a:cubicBezTo>
                <a:cubicBezTo>
                  <a:pt x="764386" y="121378"/>
                  <a:pt x="778892" y="106872"/>
                  <a:pt x="796786" y="106872"/>
                </a:cubicBezTo>
                <a:close/>
                <a:moveTo>
                  <a:pt x="687566" y="106872"/>
                </a:moveTo>
                <a:cubicBezTo>
                  <a:pt x="705460" y="106872"/>
                  <a:pt x="719966" y="121378"/>
                  <a:pt x="719966" y="139272"/>
                </a:cubicBezTo>
                <a:cubicBezTo>
                  <a:pt x="719966" y="157166"/>
                  <a:pt x="705460" y="171672"/>
                  <a:pt x="687566" y="171672"/>
                </a:cubicBezTo>
                <a:cubicBezTo>
                  <a:pt x="669672" y="171672"/>
                  <a:pt x="655166" y="157166"/>
                  <a:pt x="655166" y="139272"/>
                </a:cubicBezTo>
                <a:cubicBezTo>
                  <a:pt x="655166" y="121378"/>
                  <a:pt x="669672" y="106872"/>
                  <a:pt x="687566" y="106872"/>
                </a:cubicBezTo>
                <a:close/>
                <a:moveTo>
                  <a:pt x="578346" y="106872"/>
                </a:moveTo>
                <a:lnTo>
                  <a:pt x="578423" y="106904"/>
                </a:lnTo>
                <a:lnTo>
                  <a:pt x="578500" y="106872"/>
                </a:lnTo>
                <a:cubicBezTo>
                  <a:pt x="596394" y="106872"/>
                  <a:pt x="610900" y="121378"/>
                  <a:pt x="610900" y="139272"/>
                </a:cubicBezTo>
                <a:cubicBezTo>
                  <a:pt x="610900" y="157166"/>
                  <a:pt x="596394" y="171672"/>
                  <a:pt x="578500" y="171672"/>
                </a:cubicBezTo>
                <a:lnTo>
                  <a:pt x="578423" y="171640"/>
                </a:lnTo>
                <a:lnTo>
                  <a:pt x="578346" y="171672"/>
                </a:lnTo>
                <a:cubicBezTo>
                  <a:pt x="560452" y="171672"/>
                  <a:pt x="545946" y="157166"/>
                  <a:pt x="545946" y="139272"/>
                </a:cubicBezTo>
                <a:cubicBezTo>
                  <a:pt x="545946" y="121378"/>
                  <a:pt x="560452" y="106872"/>
                  <a:pt x="578346" y="106872"/>
                </a:cubicBezTo>
                <a:close/>
                <a:moveTo>
                  <a:pt x="469126" y="106872"/>
                </a:moveTo>
                <a:lnTo>
                  <a:pt x="469203" y="106904"/>
                </a:lnTo>
                <a:lnTo>
                  <a:pt x="469280" y="106872"/>
                </a:lnTo>
                <a:cubicBezTo>
                  <a:pt x="487174" y="106872"/>
                  <a:pt x="501680" y="121378"/>
                  <a:pt x="501680" y="139272"/>
                </a:cubicBezTo>
                <a:cubicBezTo>
                  <a:pt x="501680" y="157166"/>
                  <a:pt x="487174" y="171672"/>
                  <a:pt x="469280" y="171672"/>
                </a:cubicBezTo>
                <a:lnTo>
                  <a:pt x="469203" y="171640"/>
                </a:lnTo>
                <a:lnTo>
                  <a:pt x="469126" y="171672"/>
                </a:lnTo>
                <a:cubicBezTo>
                  <a:pt x="451232" y="171672"/>
                  <a:pt x="436726" y="157166"/>
                  <a:pt x="436726" y="139272"/>
                </a:cubicBezTo>
                <a:cubicBezTo>
                  <a:pt x="436726" y="121378"/>
                  <a:pt x="451232" y="106872"/>
                  <a:pt x="469126" y="106872"/>
                </a:cubicBezTo>
                <a:close/>
                <a:moveTo>
                  <a:pt x="359906" y="106872"/>
                </a:moveTo>
                <a:lnTo>
                  <a:pt x="359983" y="106904"/>
                </a:lnTo>
                <a:lnTo>
                  <a:pt x="360060" y="106872"/>
                </a:lnTo>
                <a:cubicBezTo>
                  <a:pt x="377954" y="106872"/>
                  <a:pt x="392460" y="121378"/>
                  <a:pt x="392460" y="139272"/>
                </a:cubicBezTo>
                <a:cubicBezTo>
                  <a:pt x="392460" y="157166"/>
                  <a:pt x="377954" y="171672"/>
                  <a:pt x="360060" y="171672"/>
                </a:cubicBezTo>
                <a:lnTo>
                  <a:pt x="359983" y="171640"/>
                </a:lnTo>
                <a:lnTo>
                  <a:pt x="359906" y="171672"/>
                </a:lnTo>
                <a:cubicBezTo>
                  <a:pt x="342012" y="171672"/>
                  <a:pt x="327506" y="157166"/>
                  <a:pt x="327506" y="139272"/>
                </a:cubicBezTo>
                <a:cubicBezTo>
                  <a:pt x="327506" y="121378"/>
                  <a:pt x="342012" y="106872"/>
                  <a:pt x="359906" y="106872"/>
                </a:cubicBezTo>
                <a:close/>
                <a:moveTo>
                  <a:pt x="250840" y="106872"/>
                </a:moveTo>
                <a:cubicBezTo>
                  <a:pt x="268734" y="106872"/>
                  <a:pt x="283240" y="121378"/>
                  <a:pt x="283240" y="139272"/>
                </a:cubicBezTo>
                <a:cubicBezTo>
                  <a:pt x="283240" y="157166"/>
                  <a:pt x="268734" y="171672"/>
                  <a:pt x="250840" y="171672"/>
                </a:cubicBezTo>
                <a:cubicBezTo>
                  <a:pt x="232946" y="171672"/>
                  <a:pt x="218440" y="157166"/>
                  <a:pt x="218440" y="139272"/>
                </a:cubicBezTo>
                <a:cubicBezTo>
                  <a:pt x="218440" y="121378"/>
                  <a:pt x="232946" y="106872"/>
                  <a:pt x="250840" y="106872"/>
                </a:cubicBezTo>
                <a:close/>
                <a:moveTo>
                  <a:pt x="141620" y="106872"/>
                </a:moveTo>
                <a:cubicBezTo>
                  <a:pt x="159514" y="106872"/>
                  <a:pt x="174020" y="121378"/>
                  <a:pt x="174020" y="139272"/>
                </a:cubicBezTo>
                <a:cubicBezTo>
                  <a:pt x="174020" y="157166"/>
                  <a:pt x="159514" y="171672"/>
                  <a:pt x="141620" y="171672"/>
                </a:cubicBezTo>
                <a:cubicBezTo>
                  <a:pt x="123726" y="171672"/>
                  <a:pt x="109220" y="157166"/>
                  <a:pt x="109220" y="139272"/>
                </a:cubicBezTo>
                <a:cubicBezTo>
                  <a:pt x="109220" y="121378"/>
                  <a:pt x="123726" y="106872"/>
                  <a:pt x="141620" y="106872"/>
                </a:cubicBezTo>
                <a:close/>
                <a:moveTo>
                  <a:pt x="32400" y="106872"/>
                </a:moveTo>
                <a:cubicBezTo>
                  <a:pt x="50294" y="106872"/>
                  <a:pt x="64800" y="121378"/>
                  <a:pt x="64800" y="139272"/>
                </a:cubicBezTo>
                <a:cubicBezTo>
                  <a:pt x="64800" y="157166"/>
                  <a:pt x="50294" y="171672"/>
                  <a:pt x="32400" y="171672"/>
                </a:cubicBezTo>
                <a:cubicBezTo>
                  <a:pt x="14506" y="171672"/>
                  <a:pt x="0" y="157166"/>
                  <a:pt x="0" y="139272"/>
                </a:cubicBezTo>
                <a:cubicBezTo>
                  <a:pt x="0" y="121378"/>
                  <a:pt x="14506" y="106872"/>
                  <a:pt x="32400" y="106872"/>
                </a:cubicBezTo>
                <a:close/>
                <a:moveTo>
                  <a:pt x="906006" y="0"/>
                </a:moveTo>
                <a:cubicBezTo>
                  <a:pt x="923900" y="0"/>
                  <a:pt x="938406" y="14506"/>
                  <a:pt x="938406" y="32400"/>
                </a:cubicBezTo>
                <a:cubicBezTo>
                  <a:pt x="938406" y="50294"/>
                  <a:pt x="923900" y="64800"/>
                  <a:pt x="906006" y="64800"/>
                </a:cubicBezTo>
                <a:cubicBezTo>
                  <a:pt x="888112" y="64800"/>
                  <a:pt x="873606" y="50294"/>
                  <a:pt x="873606" y="32400"/>
                </a:cubicBezTo>
                <a:cubicBezTo>
                  <a:pt x="873606" y="14506"/>
                  <a:pt x="888112" y="0"/>
                  <a:pt x="906006" y="0"/>
                </a:cubicBezTo>
                <a:close/>
                <a:moveTo>
                  <a:pt x="796786" y="0"/>
                </a:moveTo>
                <a:cubicBezTo>
                  <a:pt x="814680" y="0"/>
                  <a:pt x="829186" y="14506"/>
                  <a:pt x="829186" y="32400"/>
                </a:cubicBezTo>
                <a:cubicBezTo>
                  <a:pt x="829186" y="50294"/>
                  <a:pt x="814680" y="64800"/>
                  <a:pt x="796786" y="64800"/>
                </a:cubicBezTo>
                <a:cubicBezTo>
                  <a:pt x="778892" y="64800"/>
                  <a:pt x="764386" y="50294"/>
                  <a:pt x="764386" y="32400"/>
                </a:cubicBezTo>
                <a:cubicBezTo>
                  <a:pt x="764386" y="14506"/>
                  <a:pt x="778892" y="0"/>
                  <a:pt x="796786" y="0"/>
                </a:cubicBezTo>
                <a:close/>
                <a:moveTo>
                  <a:pt x="687566" y="0"/>
                </a:moveTo>
                <a:cubicBezTo>
                  <a:pt x="705460" y="0"/>
                  <a:pt x="719966" y="14506"/>
                  <a:pt x="719966" y="32400"/>
                </a:cubicBezTo>
                <a:cubicBezTo>
                  <a:pt x="719966" y="50294"/>
                  <a:pt x="705460" y="64800"/>
                  <a:pt x="687566" y="64800"/>
                </a:cubicBezTo>
                <a:cubicBezTo>
                  <a:pt x="669672" y="64800"/>
                  <a:pt x="655166" y="50294"/>
                  <a:pt x="655166" y="32400"/>
                </a:cubicBezTo>
                <a:cubicBezTo>
                  <a:pt x="655166" y="14506"/>
                  <a:pt x="669672" y="0"/>
                  <a:pt x="687566" y="0"/>
                </a:cubicBezTo>
                <a:close/>
                <a:moveTo>
                  <a:pt x="578346" y="0"/>
                </a:moveTo>
                <a:lnTo>
                  <a:pt x="578423" y="32"/>
                </a:lnTo>
                <a:lnTo>
                  <a:pt x="578500" y="0"/>
                </a:lnTo>
                <a:cubicBezTo>
                  <a:pt x="596394" y="0"/>
                  <a:pt x="610900" y="14506"/>
                  <a:pt x="610900" y="32400"/>
                </a:cubicBezTo>
                <a:cubicBezTo>
                  <a:pt x="610900" y="50294"/>
                  <a:pt x="596394" y="64800"/>
                  <a:pt x="578500" y="64800"/>
                </a:cubicBezTo>
                <a:lnTo>
                  <a:pt x="578423" y="64768"/>
                </a:lnTo>
                <a:lnTo>
                  <a:pt x="578346" y="64800"/>
                </a:lnTo>
                <a:cubicBezTo>
                  <a:pt x="560452" y="64800"/>
                  <a:pt x="545946" y="50294"/>
                  <a:pt x="545946" y="32400"/>
                </a:cubicBezTo>
                <a:cubicBezTo>
                  <a:pt x="545946" y="14506"/>
                  <a:pt x="560452" y="0"/>
                  <a:pt x="578346" y="0"/>
                </a:cubicBezTo>
                <a:close/>
                <a:moveTo>
                  <a:pt x="469126" y="0"/>
                </a:moveTo>
                <a:lnTo>
                  <a:pt x="469203" y="32"/>
                </a:lnTo>
                <a:lnTo>
                  <a:pt x="469280" y="0"/>
                </a:lnTo>
                <a:cubicBezTo>
                  <a:pt x="487174" y="0"/>
                  <a:pt x="501680" y="14506"/>
                  <a:pt x="501680" y="32400"/>
                </a:cubicBezTo>
                <a:cubicBezTo>
                  <a:pt x="501680" y="50294"/>
                  <a:pt x="487174" y="64800"/>
                  <a:pt x="469280" y="64800"/>
                </a:cubicBezTo>
                <a:lnTo>
                  <a:pt x="469203" y="64768"/>
                </a:lnTo>
                <a:lnTo>
                  <a:pt x="469126" y="64800"/>
                </a:lnTo>
                <a:cubicBezTo>
                  <a:pt x="451232" y="64800"/>
                  <a:pt x="436726" y="50294"/>
                  <a:pt x="436726" y="32400"/>
                </a:cubicBezTo>
                <a:cubicBezTo>
                  <a:pt x="436726" y="14506"/>
                  <a:pt x="451232" y="0"/>
                  <a:pt x="469126" y="0"/>
                </a:cubicBezTo>
                <a:close/>
                <a:moveTo>
                  <a:pt x="359906" y="0"/>
                </a:moveTo>
                <a:lnTo>
                  <a:pt x="359983" y="32"/>
                </a:lnTo>
                <a:lnTo>
                  <a:pt x="360060" y="0"/>
                </a:lnTo>
                <a:cubicBezTo>
                  <a:pt x="377954" y="0"/>
                  <a:pt x="392460" y="14506"/>
                  <a:pt x="392460" y="32400"/>
                </a:cubicBezTo>
                <a:cubicBezTo>
                  <a:pt x="392460" y="50294"/>
                  <a:pt x="377954" y="64800"/>
                  <a:pt x="360060" y="64800"/>
                </a:cubicBezTo>
                <a:lnTo>
                  <a:pt x="359983" y="64768"/>
                </a:lnTo>
                <a:lnTo>
                  <a:pt x="359906" y="64800"/>
                </a:lnTo>
                <a:cubicBezTo>
                  <a:pt x="342012" y="64800"/>
                  <a:pt x="327506" y="50294"/>
                  <a:pt x="327506" y="32400"/>
                </a:cubicBezTo>
                <a:cubicBezTo>
                  <a:pt x="327506" y="14506"/>
                  <a:pt x="342012" y="0"/>
                  <a:pt x="359906" y="0"/>
                </a:cubicBezTo>
                <a:close/>
                <a:moveTo>
                  <a:pt x="250840" y="0"/>
                </a:moveTo>
                <a:cubicBezTo>
                  <a:pt x="268734" y="0"/>
                  <a:pt x="283240" y="14506"/>
                  <a:pt x="283240" y="32400"/>
                </a:cubicBezTo>
                <a:cubicBezTo>
                  <a:pt x="283240" y="50294"/>
                  <a:pt x="268734" y="64800"/>
                  <a:pt x="250840" y="64800"/>
                </a:cubicBezTo>
                <a:cubicBezTo>
                  <a:pt x="232946" y="64800"/>
                  <a:pt x="218440" y="50294"/>
                  <a:pt x="218440" y="32400"/>
                </a:cubicBezTo>
                <a:cubicBezTo>
                  <a:pt x="218440" y="14506"/>
                  <a:pt x="232946" y="0"/>
                  <a:pt x="250840" y="0"/>
                </a:cubicBezTo>
                <a:close/>
                <a:moveTo>
                  <a:pt x="141620" y="0"/>
                </a:moveTo>
                <a:cubicBezTo>
                  <a:pt x="159514" y="0"/>
                  <a:pt x="174020" y="14506"/>
                  <a:pt x="174020" y="32400"/>
                </a:cubicBezTo>
                <a:cubicBezTo>
                  <a:pt x="174020" y="50294"/>
                  <a:pt x="159514" y="64800"/>
                  <a:pt x="141620" y="64800"/>
                </a:cubicBezTo>
                <a:cubicBezTo>
                  <a:pt x="123726" y="64800"/>
                  <a:pt x="109220" y="50294"/>
                  <a:pt x="109220" y="32400"/>
                </a:cubicBezTo>
                <a:cubicBezTo>
                  <a:pt x="109220" y="14506"/>
                  <a:pt x="123726" y="0"/>
                  <a:pt x="141620" y="0"/>
                </a:cubicBezTo>
                <a:close/>
                <a:moveTo>
                  <a:pt x="32400" y="0"/>
                </a:moveTo>
                <a:cubicBezTo>
                  <a:pt x="50294" y="0"/>
                  <a:pt x="64800" y="14506"/>
                  <a:pt x="64800" y="32400"/>
                </a:cubicBezTo>
                <a:cubicBezTo>
                  <a:pt x="64800" y="50294"/>
                  <a:pt x="50294" y="64800"/>
                  <a:pt x="32400" y="64800"/>
                </a:cubicBezTo>
                <a:cubicBezTo>
                  <a:pt x="14506" y="64800"/>
                  <a:pt x="0" y="50294"/>
                  <a:pt x="0" y="32400"/>
                </a:cubicBezTo>
                <a:cubicBezTo>
                  <a:pt x="0" y="14506"/>
                  <a:pt x="14506" y="0"/>
                  <a:pt x="32400" y="0"/>
                </a:cubicBezTo>
                <a:close/>
              </a:path>
            </a:pathLst>
          </a:cu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0" y="93048"/>
            <a:ext cx="12192000" cy="423601"/>
          </a:xfrm>
          <a:prstGeom prst="rect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0" y="0"/>
            <a:ext cx="12192000" cy="423601"/>
          </a:xfrm>
          <a:prstGeom prst="rect">
            <a:avLst/>
          </a:pr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0" y="5903707"/>
            <a:ext cx="12192000" cy="954294"/>
          </a:xfrm>
          <a:custGeom>
            <a:avLst/>
            <a:gdLst/>
            <a:ahLst/>
            <a:cxnLst/>
            <a:rect l="l" t="t" r="r" b="b"/>
            <a:pathLst>
              <a:path w="12192000" h="954294">
                <a:moveTo>
                  <a:pt x="3687362" y="1113"/>
                </a:moveTo>
                <a:cubicBezTo>
                  <a:pt x="5429622" y="-24938"/>
                  <a:pt x="6923920" y="414684"/>
                  <a:pt x="8341360" y="431055"/>
                </a:cubicBezTo>
                <a:cubicBezTo>
                  <a:pt x="9758800" y="447426"/>
                  <a:pt x="11826240" y="5362"/>
                  <a:pt x="12192000" y="99342"/>
                </a:cubicBezTo>
                <a:lnTo>
                  <a:pt x="12192000" y="954294"/>
                </a:lnTo>
                <a:lnTo>
                  <a:pt x="0" y="954294"/>
                </a:lnTo>
                <a:lnTo>
                  <a:pt x="0" y="442938"/>
                </a:lnTo>
                <a:cubicBezTo>
                  <a:pt x="665360" y="285768"/>
                  <a:pt x="2021122" y="9867"/>
                  <a:pt x="3687362" y="1113"/>
                </a:cubicBezTo>
                <a:close/>
              </a:path>
            </a:pathLst>
          </a:custGeom>
          <a:solidFill>
            <a:srgbClr val="3175E7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0" y="5759770"/>
            <a:ext cx="12192000" cy="1098230"/>
          </a:xfrm>
          <a:custGeom>
            <a:avLst/>
            <a:gdLst/>
            <a:ahLst/>
            <a:cxnLst/>
            <a:rect l="l" t="t" r="r" b="b"/>
            <a:pathLst>
              <a:path w="12192000" h="1098230">
                <a:moveTo>
                  <a:pt x="0" y="0"/>
                </a:moveTo>
                <a:lnTo>
                  <a:pt x="51197" y="27041"/>
                </a:lnTo>
                <a:cubicBezTo>
                  <a:pt x="848757" y="121180"/>
                  <a:pt x="1951634" y="762219"/>
                  <a:pt x="4785361" y="778191"/>
                </a:cubicBezTo>
                <a:cubicBezTo>
                  <a:pt x="7619088" y="794163"/>
                  <a:pt x="8961120" y="263511"/>
                  <a:pt x="10195560" y="214311"/>
                </a:cubicBezTo>
                <a:cubicBezTo>
                  <a:pt x="11430000" y="165112"/>
                  <a:pt x="11859260" y="335674"/>
                  <a:pt x="12192000" y="482994"/>
                </a:cubicBezTo>
                <a:lnTo>
                  <a:pt x="12192000" y="1098230"/>
                </a:lnTo>
                <a:lnTo>
                  <a:pt x="0" y="1098230"/>
                </a:lnTo>
                <a:close/>
              </a:path>
            </a:pathLst>
          </a:cu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cxnSp>
        <p:nvCxnSpPr>
          <p:cNvPr id="12" name="Connector 12"/>
          <p:cNvCxnSpPr/>
          <p:nvPr/>
        </p:nvCxnSpPr>
        <p:spPr>
          <a:xfrm>
            <a:off x="534492" y="2222725"/>
            <a:ext cx="0" cy="347727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13" name="AutoShape 13"/>
          <p:cNvSpPr/>
          <p:nvPr/>
        </p:nvSpPr>
        <p:spPr>
          <a:xfrm>
            <a:off x="67900" y="5629196"/>
            <a:ext cx="480738" cy="505678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100000"/>
              <a:lumMod val="85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0" y="5859780"/>
            <a:ext cx="12192000" cy="998220"/>
          </a:xfrm>
          <a:custGeom>
            <a:avLst/>
            <a:gdLst/>
            <a:ahLst/>
            <a:cxnLst/>
            <a:rect l="l" t="t" r="r" b="b"/>
            <a:pathLst>
              <a:path w="12192000" h="2725384">
                <a:moveTo>
                  <a:pt x="4169986" y="19"/>
                </a:moveTo>
                <a:cubicBezTo>
                  <a:pt x="3988658" y="-533"/>
                  <a:pt x="3817559" y="10616"/>
                  <a:pt x="3659232" y="35899"/>
                </a:cubicBezTo>
                <a:cubicBezTo>
                  <a:pt x="1970414" y="305586"/>
                  <a:pt x="609872" y="801164"/>
                  <a:pt x="0" y="1249412"/>
                </a:cubicBezTo>
                <a:lnTo>
                  <a:pt x="0" y="2725384"/>
                </a:lnTo>
                <a:lnTo>
                  <a:pt x="12192000" y="2725384"/>
                </a:lnTo>
                <a:lnTo>
                  <a:pt x="12192000" y="257660"/>
                </a:lnTo>
                <a:lnTo>
                  <a:pt x="12176805" y="266796"/>
                </a:lnTo>
                <a:cubicBezTo>
                  <a:pt x="11669871" y="596066"/>
                  <a:pt x="11002328" y="1093229"/>
                  <a:pt x="9997440" y="1097810"/>
                </a:cubicBezTo>
                <a:cubicBezTo>
                  <a:pt x="8631421" y="1104038"/>
                  <a:pt x="5922819" y="5351"/>
                  <a:pt x="4169986" y="19"/>
                </a:cubicBezTo>
                <a:close/>
              </a:path>
            </a:pathLst>
          </a:custGeom>
          <a:solidFill>
            <a:srgbClr val="3175E7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1">
            <a:off x="0" y="5486400"/>
            <a:ext cx="12192000" cy="1371600"/>
          </a:xfrm>
          <a:custGeom>
            <a:avLst/>
            <a:gdLst/>
            <a:ahLst/>
            <a:cxnLst/>
            <a:rect l="l" t="t" r="r" b="b"/>
            <a:pathLst>
              <a:path w="12192000" h="3169918">
                <a:moveTo>
                  <a:pt x="0" y="0"/>
                </a:moveTo>
                <a:lnTo>
                  <a:pt x="0" y="3169918"/>
                </a:lnTo>
                <a:lnTo>
                  <a:pt x="12192000" y="3169918"/>
                </a:lnTo>
                <a:lnTo>
                  <a:pt x="12192000" y="1394108"/>
                </a:lnTo>
                <a:cubicBezTo>
                  <a:pt x="11859260" y="968885"/>
                  <a:pt x="11430000" y="476577"/>
                  <a:pt x="10195560" y="618585"/>
                </a:cubicBezTo>
                <a:cubicBezTo>
                  <a:pt x="8961120" y="760595"/>
                  <a:pt x="7619088" y="2292262"/>
                  <a:pt x="4785361" y="2246161"/>
                </a:cubicBezTo>
                <a:cubicBezTo>
                  <a:pt x="1951634" y="2200059"/>
                  <a:pt x="848757" y="349773"/>
                  <a:pt x="51197" y="78051"/>
                </a:cubicBezTo>
                <a:close/>
              </a:path>
            </a:pathLst>
          </a:cu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 rot="19800000">
            <a:off x="424364" y="1941565"/>
            <a:ext cx="287550" cy="287550"/>
          </a:xfrm>
          <a:prstGeom prst="ellipse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 rot="5400000">
            <a:off x="10720753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rot="5400000">
            <a:off x="11028386" y="681234"/>
            <a:ext cx="182880" cy="182880"/>
          </a:xfrm>
          <a:prstGeom prst="triangle">
            <a:avLst/>
          </a:prstGeom>
          <a:solidFill>
            <a:srgbClr val="1D55B3">
              <a:alpha val="70196"/>
            </a:srgbClr>
          </a:solidFill>
          <a:ln w="19050">
            <a:solidFill>
              <a:srgbClr val="3175E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rot="5400000">
            <a:off x="11336020" y="681234"/>
            <a:ext cx="182880" cy="182880"/>
          </a:xfrm>
          <a:prstGeom prst="triangle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1D55B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0" y="93048"/>
            <a:ext cx="12192000" cy="423601"/>
          </a:xfrm>
          <a:prstGeom prst="rect">
            <a:avLst/>
          </a:pr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0" y="0"/>
            <a:ext cx="12192000" cy="423601"/>
          </a:xfrm>
          <a:prstGeom prst="rect">
            <a:avLst/>
          </a:prstGeom>
          <a:solidFill>
            <a:srgbClr val="1D55B3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0" y="635111"/>
            <a:ext cx="938406" cy="492288"/>
          </a:xfrm>
          <a:custGeom>
            <a:avLst/>
            <a:gdLst/>
            <a:ahLst/>
            <a:cxnLst/>
            <a:rect l="l" t="t" r="r" b="b"/>
            <a:pathLst>
              <a:path w="938406" h="492288">
                <a:moveTo>
                  <a:pt x="906006" y="427488"/>
                </a:moveTo>
                <a:cubicBezTo>
                  <a:pt x="923900" y="427488"/>
                  <a:pt x="938406" y="441994"/>
                  <a:pt x="938406" y="459888"/>
                </a:cubicBezTo>
                <a:cubicBezTo>
                  <a:pt x="938406" y="477782"/>
                  <a:pt x="923900" y="492288"/>
                  <a:pt x="906006" y="492288"/>
                </a:cubicBezTo>
                <a:cubicBezTo>
                  <a:pt x="888112" y="492288"/>
                  <a:pt x="873606" y="477782"/>
                  <a:pt x="873606" y="459888"/>
                </a:cubicBezTo>
                <a:cubicBezTo>
                  <a:pt x="873606" y="441994"/>
                  <a:pt x="888112" y="427488"/>
                  <a:pt x="906006" y="427488"/>
                </a:cubicBezTo>
                <a:close/>
                <a:moveTo>
                  <a:pt x="796786" y="427488"/>
                </a:moveTo>
                <a:cubicBezTo>
                  <a:pt x="814680" y="427488"/>
                  <a:pt x="829186" y="441994"/>
                  <a:pt x="829186" y="459888"/>
                </a:cubicBezTo>
                <a:cubicBezTo>
                  <a:pt x="829186" y="477782"/>
                  <a:pt x="814680" y="492288"/>
                  <a:pt x="796786" y="492288"/>
                </a:cubicBezTo>
                <a:cubicBezTo>
                  <a:pt x="778892" y="492288"/>
                  <a:pt x="764386" y="477782"/>
                  <a:pt x="764386" y="459888"/>
                </a:cubicBezTo>
                <a:cubicBezTo>
                  <a:pt x="764386" y="441994"/>
                  <a:pt x="778892" y="427488"/>
                  <a:pt x="796786" y="427488"/>
                </a:cubicBezTo>
                <a:close/>
                <a:moveTo>
                  <a:pt x="687566" y="427488"/>
                </a:moveTo>
                <a:cubicBezTo>
                  <a:pt x="705460" y="427488"/>
                  <a:pt x="719966" y="441994"/>
                  <a:pt x="719966" y="459888"/>
                </a:cubicBezTo>
                <a:cubicBezTo>
                  <a:pt x="719966" y="477782"/>
                  <a:pt x="705460" y="492288"/>
                  <a:pt x="687566" y="492288"/>
                </a:cubicBezTo>
                <a:cubicBezTo>
                  <a:pt x="669672" y="492288"/>
                  <a:pt x="655166" y="477782"/>
                  <a:pt x="655166" y="459888"/>
                </a:cubicBezTo>
                <a:cubicBezTo>
                  <a:pt x="655166" y="441994"/>
                  <a:pt x="669672" y="427488"/>
                  <a:pt x="687566" y="427488"/>
                </a:cubicBezTo>
                <a:close/>
                <a:moveTo>
                  <a:pt x="578346" y="427488"/>
                </a:moveTo>
                <a:lnTo>
                  <a:pt x="578423" y="427520"/>
                </a:lnTo>
                <a:lnTo>
                  <a:pt x="578500" y="427488"/>
                </a:lnTo>
                <a:cubicBezTo>
                  <a:pt x="596394" y="427488"/>
                  <a:pt x="610900" y="441994"/>
                  <a:pt x="610900" y="459888"/>
                </a:cubicBezTo>
                <a:cubicBezTo>
                  <a:pt x="610900" y="477782"/>
                  <a:pt x="596394" y="492288"/>
                  <a:pt x="578500" y="492288"/>
                </a:cubicBezTo>
                <a:lnTo>
                  <a:pt x="578423" y="492256"/>
                </a:lnTo>
                <a:lnTo>
                  <a:pt x="578346" y="492288"/>
                </a:lnTo>
                <a:cubicBezTo>
                  <a:pt x="560452" y="492288"/>
                  <a:pt x="545946" y="477782"/>
                  <a:pt x="545946" y="459888"/>
                </a:cubicBezTo>
                <a:cubicBezTo>
                  <a:pt x="545946" y="441994"/>
                  <a:pt x="560452" y="427488"/>
                  <a:pt x="578346" y="427488"/>
                </a:cubicBezTo>
                <a:close/>
                <a:moveTo>
                  <a:pt x="469126" y="427488"/>
                </a:moveTo>
                <a:lnTo>
                  <a:pt x="469203" y="427520"/>
                </a:lnTo>
                <a:lnTo>
                  <a:pt x="469280" y="427488"/>
                </a:lnTo>
                <a:cubicBezTo>
                  <a:pt x="487174" y="427488"/>
                  <a:pt x="501680" y="441994"/>
                  <a:pt x="501680" y="459888"/>
                </a:cubicBezTo>
                <a:cubicBezTo>
                  <a:pt x="501680" y="477782"/>
                  <a:pt x="487174" y="492288"/>
                  <a:pt x="469280" y="492288"/>
                </a:cubicBezTo>
                <a:lnTo>
                  <a:pt x="469203" y="492256"/>
                </a:lnTo>
                <a:lnTo>
                  <a:pt x="469126" y="492288"/>
                </a:lnTo>
                <a:cubicBezTo>
                  <a:pt x="451232" y="492288"/>
                  <a:pt x="436726" y="477782"/>
                  <a:pt x="436726" y="459888"/>
                </a:cubicBezTo>
                <a:cubicBezTo>
                  <a:pt x="436726" y="441994"/>
                  <a:pt x="451232" y="427488"/>
                  <a:pt x="469126" y="427488"/>
                </a:cubicBezTo>
                <a:close/>
                <a:moveTo>
                  <a:pt x="359906" y="427488"/>
                </a:moveTo>
                <a:lnTo>
                  <a:pt x="359983" y="427520"/>
                </a:lnTo>
                <a:lnTo>
                  <a:pt x="360060" y="427488"/>
                </a:lnTo>
                <a:cubicBezTo>
                  <a:pt x="377954" y="427488"/>
                  <a:pt x="392460" y="441994"/>
                  <a:pt x="392460" y="459888"/>
                </a:cubicBezTo>
                <a:cubicBezTo>
                  <a:pt x="392460" y="477782"/>
                  <a:pt x="377954" y="492288"/>
                  <a:pt x="360060" y="492288"/>
                </a:cubicBezTo>
                <a:lnTo>
                  <a:pt x="359983" y="492256"/>
                </a:lnTo>
                <a:lnTo>
                  <a:pt x="359906" y="492288"/>
                </a:lnTo>
                <a:cubicBezTo>
                  <a:pt x="342012" y="492288"/>
                  <a:pt x="327506" y="477782"/>
                  <a:pt x="327506" y="459888"/>
                </a:cubicBezTo>
                <a:cubicBezTo>
                  <a:pt x="327506" y="441994"/>
                  <a:pt x="342012" y="427488"/>
                  <a:pt x="359906" y="427488"/>
                </a:cubicBezTo>
                <a:close/>
                <a:moveTo>
                  <a:pt x="250840" y="427488"/>
                </a:moveTo>
                <a:cubicBezTo>
                  <a:pt x="268734" y="427488"/>
                  <a:pt x="283240" y="441994"/>
                  <a:pt x="283240" y="459888"/>
                </a:cubicBezTo>
                <a:cubicBezTo>
                  <a:pt x="283240" y="477782"/>
                  <a:pt x="268734" y="492288"/>
                  <a:pt x="250840" y="492288"/>
                </a:cubicBezTo>
                <a:cubicBezTo>
                  <a:pt x="232946" y="492288"/>
                  <a:pt x="218440" y="477782"/>
                  <a:pt x="218440" y="459888"/>
                </a:cubicBezTo>
                <a:cubicBezTo>
                  <a:pt x="218440" y="441994"/>
                  <a:pt x="232946" y="427488"/>
                  <a:pt x="250840" y="427488"/>
                </a:cubicBezTo>
                <a:close/>
                <a:moveTo>
                  <a:pt x="141620" y="427488"/>
                </a:moveTo>
                <a:cubicBezTo>
                  <a:pt x="159514" y="427488"/>
                  <a:pt x="174020" y="441994"/>
                  <a:pt x="174020" y="459888"/>
                </a:cubicBezTo>
                <a:cubicBezTo>
                  <a:pt x="174020" y="477782"/>
                  <a:pt x="159514" y="492288"/>
                  <a:pt x="141620" y="492288"/>
                </a:cubicBezTo>
                <a:cubicBezTo>
                  <a:pt x="123726" y="492288"/>
                  <a:pt x="109220" y="477782"/>
                  <a:pt x="109220" y="459888"/>
                </a:cubicBezTo>
                <a:cubicBezTo>
                  <a:pt x="109220" y="441994"/>
                  <a:pt x="123726" y="427488"/>
                  <a:pt x="141620" y="427488"/>
                </a:cubicBezTo>
                <a:close/>
                <a:moveTo>
                  <a:pt x="32400" y="427488"/>
                </a:moveTo>
                <a:cubicBezTo>
                  <a:pt x="50294" y="427488"/>
                  <a:pt x="64800" y="441994"/>
                  <a:pt x="64800" y="459888"/>
                </a:cubicBezTo>
                <a:cubicBezTo>
                  <a:pt x="64800" y="477782"/>
                  <a:pt x="50294" y="492288"/>
                  <a:pt x="32400" y="492288"/>
                </a:cubicBezTo>
                <a:cubicBezTo>
                  <a:pt x="14506" y="492288"/>
                  <a:pt x="0" y="477782"/>
                  <a:pt x="0" y="459888"/>
                </a:cubicBezTo>
                <a:cubicBezTo>
                  <a:pt x="0" y="441994"/>
                  <a:pt x="14506" y="427488"/>
                  <a:pt x="32400" y="427488"/>
                </a:cubicBezTo>
                <a:close/>
                <a:moveTo>
                  <a:pt x="906006" y="320616"/>
                </a:moveTo>
                <a:cubicBezTo>
                  <a:pt x="923900" y="320616"/>
                  <a:pt x="938406" y="335122"/>
                  <a:pt x="938406" y="353016"/>
                </a:cubicBezTo>
                <a:cubicBezTo>
                  <a:pt x="938406" y="370910"/>
                  <a:pt x="923900" y="385416"/>
                  <a:pt x="906006" y="385416"/>
                </a:cubicBezTo>
                <a:cubicBezTo>
                  <a:pt x="888112" y="385416"/>
                  <a:pt x="873606" y="370910"/>
                  <a:pt x="873606" y="353016"/>
                </a:cubicBezTo>
                <a:cubicBezTo>
                  <a:pt x="873606" y="335122"/>
                  <a:pt x="888112" y="320616"/>
                  <a:pt x="906006" y="320616"/>
                </a:cubicBezTo>
                <a:close/>
                <a:moveTo>
                  <a:pt x="796786" y="320616"/>
                </a:moveTo>
                <a:cubicBezTo>
                  <a:pt x="814680" y="320616"/>
                  <a:pt x="829186" y="335122"/>
                  <a:pt x="829186" y="353016"/>
                </a:cubicBezTo>
                <a:cubicBezTo>
                  <a:pt x="829186" y="370910"/>
                  <a:pt x="814680" y="385416"/>
                  <a:pt x="796786" y="385416"/>
                </a:cubicBezTo>
                <a:cubicBezTo>
                  <a:pt x="778892" y="385416"/>
                  <a:pt x="764386" y="370910"/>
                  <a:pt x="764386" y="353016"/>
                </a:cubicBezTo>
                <a:cubicBezTo>
                  <a:pt x="764386" y="335122"/>
                  <a:pt x="778892" y="320616"/>
                  <a:pt x="796786" y="320616"/>
                </a:cubicBezTo>
                <a:close/>
                <a:moveTo>
                  <a:pt x="687566" y="320616"/>
                </a:moveTo>
                <a:cubicBezTo>
                  <a:pt x="705460" y="320616"/>
                  <a:pt x="719966" y="335122"/>
                  <a:pt x="719966" y="353016"/>
                </a:cubicBezTo>
                <a:cubicBezTo>
                  <a:pt x="719966" y="370910"/>
                  <a:pt x="705460" y="385416"/>
                  <a:pt x="687566" y="385416"/>
                </a:cubicBezTo>
                <a:cubicBezTo>
                  <a:pt x="669672" y="385416"/>
                  <a:pt x="655166" y="370910"/>
                  <a:pt x="655166" y="353016"/>
                </a:cubicBezTo>
                <a:cubicBezTo>
                  <a:pt x="655166" y="335122"/>
                  <a:pt x="669672" y="320616"/>
                  <a:pt x="687566" y="320616"/>
                </a:cubicBezTo>
                <a:close/>
                <a:moveTo>
                  <a:pt x="578346" y="320616"/>
                </a:moveTo>
                <a:lnTo>
                  <a:pt x="578423" y="320648"/>
                </a:lnTo>
                <a:lnTo>
                  <a:pt x="578500" y="320616"/>
                </a:lnTo>
                <a:cubicBezTo>
                  <a:pt x="596394" y="320616"/>
                  <a:pt x="610900" y="335122"/>
                  <a:pt x="610900" y="353016"/>
                </a:cubicBezTo>
                <a:cubicBezTo>
                  <a:pt x="610900" y="370910"/>
                  <a:pt x="596394" y="385416"/>
                  <a:pt x="578500" y="385416"/>
                </a:cubicBezTo>
                <a:lnTo>
                  <a:pt x="578423" y="385384"/>
                </a:lnTo>
                <a:lnTo>
                  <a:pt x="578346" y="385416"/>
                </a:lnTo>
                <a:cubicBezTo>
                  <a:pt x="560452" y="385416"/>
                  <a:pt x="545946" y="370910"/>
                  <a:pt x="545946" y="353016"/>
                </a:cubicBezTo>
                <a:cubicBezTo>
                  <a:pt x="545946" y="335122"/>
                  <a:pt x="560452" y="320616"/>
                  <a:pt x="578346" y="320616"/>
                </a:cubicBezTo>
                <a:close/>
                <a:moveTo>
                  <a:pt x="469126" y="320616"/>
                </a:moveTo>
                <a:lnTo>
                  <a:pt x="469203" y="320648"/>
                </a:lnTo>
                <a:lnTo>
                  <a:pt x="469280" y="320616"/>
                </a:lnTo>
                <a:cubicBezTo>
                  <a:pt x="487174" y="320616"/>
                  <a:pt x="501680" y="335122"/>
                  <a:pt x="501680" y="353016"/>
                </a:cubicBezTo>
                <a:cubicBezTo>
                  <a:pt x="501680" y="370910"/>
                  <a:pt x="487174" y="385416"/>
                  <a:pt x="469280" y="385416"/>
                </a:cubicBezTo>
                <a:lnTo>
                  <a:pt x="469203" y="385384"/>
                </a:lnTo>
                <a:lnTo>
                  <a:pt x="469126" y="385416"/>
                </a:lnTo>
                <a:cubicBezTo>
                  <a:pt x="451232" y="385416"/>
                  <a:pt x="436726" y="370910"/>
                  <a:pt x="436726" y="353016"/>
                </a:cubicBezTo>
                <a:cubicBezTo>
                  <a:pt x="436726" y="335122"/>
                  <a:pt x="451232" y="320616"/>
                  <a:pt x="469126" y="320616"/>
                </a:cubicBezTo>
                <a:close/>
                <a:moveTo>
                  <a:pt x="359906" y="320616"/>
                </a:moveTo>
                <a:lnTo>
                  <a:pt x="359983" y="320648"/>
                </a:lnTo>
                <a:lnTo>
                  <a:pt x="360060" y="320616"/>
                </a:lnTo>
                <a:cubicBezTo>
                  <a:pt x="377954" y="320616"/>
                  <a:pt x="392460" y="335122"/>
                  <a:pt x="392460" y="353016"/>
                </a:cubicBezTo>
                <a:cubicBezTo>
                  <a:pt x="392460" y="370910"/>
                  <a:pt x="377954" y="385416"/>
                  <a:pt x="360060" y="385416"/>
                </a:cubicBezTo>
                <a:lnTo>
                  <a:pt x="359983" y="385384"/>
                </a:lnTo>
                <a:lnTo>
                  <a:pt x="359906" y="385416"/>
                </a:lnTo>
                <a:cubicBezTo>
                  <a:pt x="342012" y="385416"/>
                  <a:pt x="327506" y="370910"/>
                  <a:pt x="327506" y="353016"/>
                </a:cubicBezTo>
                <a:cubicBezTo>
                  <a:pt x="327506" y="335122"/>
                  <a:pt x="342012" y="320616"/>
                  <a:pt x="359906" y="320616"/>
                </a:cubicBezTo>
                <a:close/>
                <a:moveTo>
                  <a:pt x="250840" y="320616"/>
                </a:moveTo>
                <a:cubicBezTo>
                  <a:pt x="268734" y="320616"/>
                  <a:pt x="283240" y="335122"/>
                  <a:pt x="283240" y="353016"/>
                </a:cubicBezTo>
                <a:cubicBezTo>
                  <a:pt x="283240" y="370910"/>
                  <a:pt x="268734" y="385416"/>
                  <a:pt x="250840" y="385416"/>
                </a:cubicBezTo>
                <a:cubicBezTo>
                  <a:pt x="232946" y="385416"/>
                  <a:pt x="218440" y="370910"/>
                  <a:pt x="218440" y="353016"/>
                </a:cubicBezTo>
                <a:cubicBezTo>
                  <a:pt x="218440" y="335122"/>
                  <a:pt x="232946" y="320616"/>
                  <a:pt x="250840" y="320616"/>
                </a:cubicBezTo>
                <a:close/>
                <a:moveTo>
                  <a:pt x="141620" y="320616"/>
                </a:moveTo>
                <a:cubicBezTo>
                  <a:pt x="159514" y="320616"/>
                  <a:pt x="174020" y="335122"/>
                  <a:pt x="174020" y="353016"/>
                </a:cubicBezTo>
                <a:cubicBezTo>
                  <a:pt x="174020" y="370910"/>
                  <a:pt x="159514" y="385416"/>
                  <a:pt x="141620" y="385416"/>
                </a:cubicBezTo>
                <a:cubicBezTo>
                  <a:pt x="123726" y="385416"/>
                  <a:pt x="109220" y="370910"/>
                  <a:pt x="109220" y="353016"/>
                </a:cubicBezTo>
                <a:cubicBezTo>
                  <a:pt x="109220" y="335122"/>
                  <a:pt x="123726" y="320616"/>
                  <a:pt x="141620" y="320616"/>
                </a:cubicBezTo>
                <a:close/>
                <a:moveTo>
                  <a:pt x="32400" y="320616"/>
                </a:moveTo>
                <a:cubicBezTo>
                  <a:pt x="50294" y="320616"/>
                  <a:pt x="64800" y="335122"/>
                  <a:pt x="64800" y="353016"/>
                </a:cubicBezTo>
                <a:cubicBezTo>
                  <a:pt x="64800" y="370910"/>
                  <a:pt x="50294" y="385416"/>
                  <a:pt x="32400" y="385416"/>
                </a:cubicBezTo>
                <a:cubicBezTo>
                  <a:pt x="14506" y="385416"/>
                  <a:pt x="0" y="370910"/>
                  <a:pt x="0" y="353016"/>
                </a:cubicBezTo>
                <a:cubicBezTo>
                  <a:pt x="0" y="335122"/>
                  <a:pt x="14506" y="320616"/>
                  <a:pt x="32400" y="320616"/>
                </a:cubicBezTo>
                <a:close/>
                <a:moveTo>
                  <a:pt x="906006" y="213744"/>
                </a:moveTo>
                <a:cubicBezTo>
                  <a:pt x="923900" y="213744"/>
                  <a:pt x="938406" y="228250"/>
                  <a:pt x="938406" y="246144"/>
                </a:cubicBezTo>
                <a:cubicBezTo>
                  <a:pt x="938406" y="264038"/>
                  <a:pt x="923900" y="278544"/>
                  <a:pt x="906006" y="278544"/>
                </a:cubicBezTo>
                <a:cubicBezTo>
                  <a:pt x="888112" y="278544"/>
                  <a:pt x="873606" y="264038"/>
                  <a:pt x="873606" y="246144"/>
                </a:cubicBezTo>
                <a:cubicBezTo>
                  <a:pt x="873606" y="228250"/>
                  <a:pt x="888112" y="213744"/>
                  <a:pt x="906006" y="213744"/>
                </a:cubicBezTo>
                <a:close/>
                <a:moveTo>
                  <a:pt x="796786" y="213744"/>
                </a:moveTo>
                <a:cubicBezTo>
                  <a:pt x="814680" y="213744"/>
                  <a:pt x="829186" y="228250"/>
                  <a:pt x="829186" y="246144"/>
                </a:cubicBezTo>
                <a:cubicBezTo>
                  <a:pt x="829186" y="264038"/>
                  <a:pt x="814680" y="278544"/>
                  <a:pt x="796786" y="278544"/>
                </a:cubicBezTo>
                <a:cubicBezTo>
                  <a:pt x="778892" y="278544"/>
                  <a:pt x="764386" y="264038"/>
                  <a:pt x="764386" y="246144"/>
                </a:cubicBezTo>
                <a:cubicBezTo>
                  <a:pt x="764386" y="228250"/>
                  <a:pt x="778892" y="213744"/>
                  <a:pt x="796786" y="213744"/>
                </a:cubicBezTo>
                <a:close/>
                <a:moveTo>
                  <a:pt x="687566" y="213744"/>
                </a:moveTo>
                <a:cubicBezTo>
                  <a:pt x="705460" y="213744"/>
                  <a:pt x="719966" y="228250"/>
                  <a:pt x="719966" y="246144"/>
                </a:cubicBezTo>
                <a:cubicBezTo>
                  <a:pt x="719966" y="264038"/>
                  <a:pt x="705460" y="278544"/>
                  <a:pt x="687566" y="278544"/>
                </a:cubicBezTo>
                <a:cubicBezTo>
                  <a:pt x="669672" y="278544"/>
                  <a:pt x="655166" y="264038"/>
                  <a:pt x="655166" y="246144"/>
                </a:cubicBezTo>
                <a:cubicBezTo>
                  <a:pt x="655166" y="228250"/>
                  <a:pt x="669672" y="213744"/>
                  <a:pt x="687566" y="213744"/>
                </a:cubicBezTo>
                <a:close/>
                <a:moveTo>
                  <a:pt x="578346" y="213744"/>
                </a:moveTo>
                <a:lnTo>
                  <a:pt x="578423" y="213776"/>
                </a:lnTo>
                <a:lnTo>
                  <a:pt x="578500" y="213744"/>
                </a:lnTo>
                <a:cubicBezTo>
                  <a:pt x="596394" y="213744"/>
                  <a:pt x="610900" y="228250"/>
                  <a:pt x="610900" y="246144"/>
                </a:cubicBezTo>
                <a:cubicBezTo>
                  <a:pt x="610900" y="264038"/>
                  <a:pt x="596394" y="278544"/>
                  <a:pt x="578500" y="278544"/>
                </a:cubicBezTo>
                <a:lnTo>
                  <a:pt x="578423" y="278512"/>
                </a:lnTo>
                <a:lnTo>
                  <a:pt x="578346" y="278544"/>
                </a:lnTo>
                <a:cubicBezTo>
                  <a:pt x="560452" y="278544"/>
                  <a:pt x="545946" y="264038"/>
                  <a:pt x="545946" y="246144"/>
                </a:cubicBezTo>
                <a:cubicBezTo>
                  <a:pt x="545946" y="228250"/>
                  <a:pt x="560452" y="213744"/>
                  <a:pt x="578346" y="213744"/>
                </a:cubicBezTo>
                <a:close/>
                <a:moveTo>
                  <a:pt x="469126" y="213744"/>
                </a:moveTo>
                <a:lnTo>
                  <a:pt x="469203" y="213776"/>
                </a:lnTo>
                <a:lnTo>
                  <a:pt x="469280" y="213744"/>
                </a:lnTo>
                <a:cubicBezTo>
                  <a:pt x="487174" y="213744"/>
                  <a:pt x="501680" y="228250"/>
                  <a:pt x="501680" y="246144"/>
                </a:cubicBezTo>
                <a:cubicBezTo>
                  <a:pt x="501680" y="264038"/>
                  <a:pt x="487174" y="278544"/>
                  <a:pt x="469280" y="278544"/>
                </a:cubicBezTo>
                <a:lnTo>
                  <a:pt x="469203" y="278512"/>
                </a:lnTo>
                <a:lnTo>
                  <a:pt x="469126" y="278544"/>
                </a:lnTo>
                <a:cubicBezTo>
                  <a:pt x="451232" y="278544"/>
                  <a:pt x="436726" y="264038"/>
                  <a:pt x="436726" y="246144"/>
                </a:cubicBezTo>
                <a:cubicBezTo>
                  <a:pt x="436726" y="228250"/>
                  <a:pt x="451232" y="213744"/>
                  <a:pt x="469126" y="213744"/>
                </a:cubicBezTo>
                <a:close/>
                <a:moveTo>
                  <a:pt x="359906" y="213744"/>
                </a:moveTo>
                <a:lnTo>
                  <a:pt x="359983" y="213776"/>
                </a:lnTo>
                <a:lnTo>
                  <a:pt x="360060" y="213744"/>
                </a:lnTo>
                <a:cubicBezTo>
                  <a:pt x="377954" y="213744"/>
                  <a:pt x="392460" y="228250"/>
                  <a:pt x="392460" y="246144"/>
                </a:cubicBezTo>
                <a:cubicBezTo>
                  <a:pt x="392460" y="264038"/>
                  <a:pt x="377954" y="278544"/>
                  <a:pt x="360060" y="278544"/>
                </a:cubicBezTo>
                <a:lnTo>
                  <a:pt x="359983" y="278512"/>
                </a:lnTo>
                <a:lnTo>
                  <a:pt x="359906" y="278544"/>
                </a:lnTo>
                <a:cubicBezTo>
                  <a:pt x="342012" y="278544"/>
                  <a:pt x="327506" y="264038"/>
                  <a:pt x="327506" y="246144"/>
                </a:cubicBezTo>
                <a:cubicBezTo>
                  <a:pt x="327506" y="228250"/>
                  <a:pt x="342012" y="213744"/>
                  <a:pt x="359906" y="213744"/>
                </a:cubicBezTo>
                <a:close/>
                <a:moveTo>
                  <a:pt x="250840" y="213744"/>
                </a:moveTo>
                <a:cubicBezTo>
                  <a:pt x="268734" y="213744"/>
                  <a:pt x="283240" y="228250"/>
                  <a:pt x="283240" y="246144"/>
                </a:cubicBezTo>
                <a:cubicBezTo>
                  <a:pt x="283240" y="264038"/>
                  <a:pt x="268734" y="278544"/>
                  <a:pt x="250840" y="278544"/>
                </a:cubicBezTo>
                <a:cubicBezTo>
                  <a:pt x="232946" y="278544"/>
                  <a:pt x="218440" y="264038"/>
                  <a:pt x="218440" y="246144"/>
                </a:cubicBezTo>
                <a:cubicBezTo>
                  <a:pt x="218440" y="228250"/>
                  <a:pt x="232946" y="213744"/>
                  <a:pt x="250840" y="213744"/>
                </a:cubicBezTo>
                <a:close/>
                <a:moveTo>
                  <a:pt x="141620" y="213744"/>
                </a:moveTo>
                <a:cubicBezTo>
                  <a:pt x="159514" y="213744"/>
                  <a:pt x="174020" y="228250"/>
                  <a:pt x="174020" y="246144"/>
                </a:cubicBezTo>
                <a:cubicBezTo>
                  <a:pt x="174020" y="264038"/>
                  <a:pt x="159514" y="278544"/>
                  <a:pt x="141620" y="278544"/>
                </a:cubicBezTo>
                <a:cubicBezTo>
                  <a:pt x="123726" y="278544"/>
                  <a:pt x="109220" y="264038"/>
                  <a:pt x="109220" y="246144"/>
                </a:cubicBezTo>
                <a:cubicBezTo>
                  <a:pt x="109220" y="228250"/>
                  <a:pt x="123726" y="213744"/>
                  <a:pt x="141620" y="213744"/>
                </a:cubicBezTo>
                <a:close/>
                <a:moveTo>
                  <a:pt x="32400" y="213744"/>
                </a:moveTo>
                <a:cubicBezTo>
                  <a:pt x="50294" y="213744"/>
                  <a:pt x="64800" y="228250"/>
                  <a:pt x="64800" y="246144"/>
                </a:cubicBezTo>
                <a:cubicBezTo>
                  <a:pt x="64800" y="264038"/>
                  <a:pt x="50294" y="278544"/>
                  <a:pt x="32400" y="278544"/>
                </a:cubicBezTo>
                <a:cubicBezTo>
                  <a:pt x="14506" y="278544"/>
                  <a:pt x="0" y="264038"/>
                  <a:pt x="0" y="246144"/>
                </a:cubicBezTo>
                <a:cubicBezTo>
                  <a:pt x="0" y="228250"/>
                  <a:pt x="14506" y="213744"/>
                  <a:pt x="32400" y="213744"/>
                </a:cubicBezTo>
                <a:close/>
                <a:moveTo>
                  <a:pt x="906006" y="106872"/>
                </a:moveTo>
                <a:cubicBezTo>
                  <a:pt x="923900" y="106872"/>
                  <a:pt x="938406" y="121378"/>
                  <a:pt x="938406" y="139272"/>
                </a:cubicBezTo>
                <a:cubicBezTo>
                  <a:pt x="938406" y="157166"/>
                  <a:pt x="923900" y="171672"/>
                  <a:pt x="906006" y="171672"/>
                </a:cubicBezTo>
                <a:cubicBezTo>
                  <a:pt x="888112" y="171672"/>
                  <a:pt x="873606" y="157166"/>
                  <a:pt x="873606" y="139272"/>
                </a:cubicBezTo>
                <a:cubicBezTo>
                  <a:pt x="873606" y="121378"/>
                  <a:pt x="888112" y="106872"/>
                  <a:pt x="906006" y="106872"/>
                </a:cubicBezTo>
                <a:close/>
                <a:moveTo>
                  <a:pt x="796786" y="106872"/>
                </a:moveTo>
                <a:cubicBezTo>
                  <a:pt x="814680" y="106872"/>
                  <a:pt x="829186" y="121378"/>
                  <a:pt x="829186" y="139272"/>
                </a:cubicBezTo>
                <a:cubicBezTo>
                  <a:pt x="829186" y="157166"/>
                  <a:pt x="814680" y="171672"/>
                  <a:pt x="796786" y="171672"/>
                </a:cubicBezTo>
                <a:cubicBezTo>
                  <a:pt x="778892" y="171672"/>
                  <a:pt x="764386" y="157166"/>
                  <a:pt x="764386" y="139272"/>
                </a:cubicBezTo>
                <a:cubicBezTo>
                  <a:pt x="764386" y="121378"/>
                  <a:pt x="778892" y="106872"/>
                  <a:pt x="796786" y="106872"/>
                </a:cubicBezTo>
                <a:close/>
                <a:moveTo>
                  <a:pt x="687566" y="106872"/>
                </a:moveTo>
                <a:cubicBezTo>
                  <a:pt x="705460" y="106872"/>
                  <a:pt x="719966" y="121378"/>
                  <a:pt x="719966" y="139272"/>
                </a:cubicBezTo>
                <a:cubicBezTo>
                  <a:pt x="719966" y="157166"/>
                  <a:pt x="705460" y="171672"/>
                  <a:pt x="687566" y="171672"/>
                </a:cubicBezTo>
                <a:cubicBezTo>
                  <a:pt x="669672" y="171672"/>
                  <a:pt x="655166" y="157166"/>
                  <a:pt x="655166" y="139272"/>
                </a:cubicBezTo>
                <a:cubicBezTo>
                  <a:pt x="655166" y="121378"/>
                  <a:pt x="669672" y="106872"/>
                  <a:pt x="687566" y="106872"/>
                </a:cubicBezTo>
                <a:close/>
                <a:moveTo>
                  <a:pt x="578346" y="106872"/>
                </a:moveTo>
                <a:lnTo>
                  <a:pt x="578423" y="106904"/>
                </a:lnTo>
                <a:lnTo>
                  <a:pt x="578500" y="106872"/>
                </a:lnTo>
                <a:cubicBezTo>
                  <a:pt x="596394" y="106872"/>
                  <a:pt x="610900" y="121378"/>
                  <a:pt x="610900" y="139272"/>
                </a:cubicBezTo>
                <a:cubicBezTo>
                  <a:pt x="610900" y="157166"/>
                  <a:pt x="596394" y="171672"/>
                  <a:pt x="578500" y="171672"/>
                </a:cubicBezTo>
                <a:lnTo>
                  <a:pt x="578423" y="171640"/>
                </a:lnTo>
                <a:lnTo>
                  <a:pt x="578346" y="171672"/>
                </a:lnTo>
                <a:cubicBezTo>
                  <a:pt x="560452" y="171672"/>
                  <a:pt x="545946" y="157166"/>
                  <a:pt x="545946" y="139272"/>
                </a:cubicBezTo>
                <a:cubicBezTo>
                  <a:pt x="545946" y="121378"/>
                  <a:pt x="560452" y="106872"/>
                  <a:pt x="578346" y="106872"/>
                </a:cubicBezTo>
                <a:close/>
                <a:moveTo>
                  <a:pt x="469126" y="106872"/>
                </a:moveTo>
                <a:lnTo>
                  <a:pt x="469203" y="106904"/>
                </a:lnTo>
                <a:lnTo>
                  <a:pt x="469280" y="106872"/>
                </a:lnTo>
                <a:cubicBezTo>
                  <a:pt x="487174" y="106872"/>
                  <a:pt x="501680" y="121378"/>
                  <a:pt x="501680" y="139272"/>
                </a:cubicBezTo>
                <a:cubicBezTo>
                  <a:pt x="501680" y="157166"/>
                  <a:pt x="487174" y="171672"/>
                  <a:pt x="469280" y="171672"/>
                </a:cubicBezTo>
                <a:lnTo>
                  <a:pt x="469203" y="171640"/>
                </a:lnTo>
                <a:lnTo>
                  <a:pt x="469126" y="171672"/>
                </a:lnTo>
                <a:cubicBezTo>
                  <a:pt x="451232" y="171672"/>
                  <a:pt x="436726" y="157166"/>
                  <a:pt x="436726" y="139272"/>
                </a:cubicBezTo>
                <a:cubicBezTo>
                  <a:pt x="436726" y="121378"/>
                  <a:pt x="451232" y="106872"/>
                  <a:pt x="469126" y="106872"/>
                </a:cubicBezTo>
                <a:close/>
                <a:moveTo>
                  <a:pt x="359906" y="106872"/>
                </a:moveTo>
                <a:lnTo>
                  <a:pt x="359983" y="106904"/>
                </a:lnTo>
                <a:lnTo>
                  <a:pt x="360060" y="106872"/>
                </a:lnTo>
                <a:cubicBezTo>
                  <a:pt x="377954" y="106872"/>
                  <a:pt x="392460" y="121378"/>
                  <a:pt x="392460" y="139272"/>
                </a:cubicBezTo>
                <a:cubicBezTo>
                  <a:pt x="392460" y="157166"/>
                  <a:pt x="377954" y="171672"/>
                  <a:pt x="360060" y="171672"/>
                </a:cubicBezTo>
                <a:lnTo>
                  <a:pt x="359983" y="171640"/>
                </a:lnTo>
                <a:lnTo>
                  <a:pt x="359906" y="171672"/>
                </a:lnTo>
                <a:cubicBezTo>
                  <a:pt x="342012" y="171672"/>
                  <a:pt x="327506" y="157166"/>
                  <a:pt x="327506" y="139272"/>
                </a:cubicBezTo>
                <a:cubicBezTo>
                  <a:pt x="327506" y="121378"/>
                  <a:pt x="342012" y="106872"/>
                  <a:pt x="359906" y="106872"/>
                </a:cubicBezTo>
                <a:close/>
                <a:moveTo>
                  <a:pt x="250840" y="106872"/>
                </a:moveTo>
                <a:cubicBezTo>
                  <a:pt x="268734" y="106872"/>
                  <a:pt x="283240" y="121378"/>
                  <a:pt x="283240" y="139272"/>
                </a:cubicBezTo>
                <a:cubicBezTo>
                  <a:pt x="283240" y="157166"/>
                  <a:pt x="268734" y="171672"/>
                  <a:pt x="250840" y="171672"/>
                </a:cubicBezTo>
                <a:cubicBezTo>
                  <a:pt x="232946" y="171672"/>
                  <a:pt x="218440" y="157166"/>
                  <a:pt x="218440" y="139272"/>
                </a:cubicBezTo>
                <a:cubicBezTo>
                  <a:pt x="218440" y="121378"/>
                  <a:pt x="232946" y="106872"/>
                  <a:pt x="250840" y="106872"/>
                </a:cubicBezTo>
                <a:close/>
                <a:moveTo>
                  <a:pt x="141620" y="106872"/>
                </a:moveTo>
                <a:cubicBezTo>
                  <a:pt x="159514" y="106872"/>
                  <a:pt x="174020" y="121378"/>
                  <a:pt x="174020" y="139272"/>
                </a:cubicBezTo>
                <a:cubicBezTo>
                  <a:pt x="174020" y="157166"/>
                  <a:pt x="159514" y="171672"/>
                  <a:pt x="141620" y="171672"/>
                </a:cubicBezTo>
                <a:cubicBezTo>
                  <a:pt x="123726" y="171672"/>
                  <a:pt x="109220" y="157166"/>
                  <a:pt x="109220" y="139272"/>
                </a:cubicBezTo>
                <a:cubicBezTo>
                  <a:pt x="109220" y="121378"/>
                  <a:pt x="123726" y="106872"/>
                  <a:pt x="141620" y="106872"/>
                </a:cubicBezTo>
                <a:close/>
                <a:moveTo>
                  <a:pt x="32400" y="106872"/>
                </a:moveTo>
                <a:cubicBezTo>
                  <a:pt x="50294" y="106872"/>
                  <a:pt x="64800" y="121378"/>
                  <a:pt x="64800" y="139272"/>
                </a:cubicBezTo>
                <a:cubicBezTo>
                  <a:pt x="64800" y="157166"/>
                  <a:pt x="50294" y="171672"/>
                  <a:pt x="32400" y="171672"/>
                </a:cubicBezTo>
                <a:cubicBezTo>
                  <a:pt x="14506" y="171672"/>
                  <a:pt x="0" y="157166"/>
                  <a:pt x="0" y="139272"/>
                </a:cubicBezTo>
                <a:cubicBezTo>
                  <a:pt x="0" y="121378"/>
                  <a:pt x="14506" y="106872"/>
                  <a:pt x="32400" y="106872"/>
                </a:cubicBezTo>
                <a:close/>
                <a:moveTo>
                  <a:pt x="906006" y="0"/>
                </a:moveTo>
                <a:cubicBezTo>
                  <a:pt x="923900" y="0"/>
                  <a:pt x="938406" y="14506"/>
                  <a:pt x="938406" y="32400"/>
                </a:cubicBezTo>
                <a:cubicBezTo>
                  <a:pt x="938406" y="50294"/>
                  <a:pt x="923900" y="64800"/>
                  <a:pt x="906006" y="64800"/>
                </a:cubicBezTo>
                <a:cubicBezTo>
                  <a:pt x="888112" y="64800"/>
                  <a:pt x="873606" y="50294"/>
                  <a:pt x="873606" y="32400"/>
                </a:cubicBezTo>
                <a:cubicBezTo>
                  <a:pt x="873606" y="14506"/>
                  <a:pt x="888112" y="0"/>
                  <a:pt x="906006" y="0"/>
                </a:cubicBezTo>
                <a:close/>
                <a:moveTo>
                  <a:pt x="796786" y="0"/>
                </a:moveTo>
                <a:cubicBezTo>
                  <a:pt x="814680" y="0"/>
                  <a:pt x="829186" y="14506"/>
                  <a:pt x="829186" y="32400"/>
                </a:cubicBezTo>
                <a:cubicBezTo>
                  <a:pt x="829186" y="50294"/>
                  <a:pt x="814680" y="64800"/>
                  <a:pt x="796786" y="64800"/>
                </a:cubicBezTo>
                <a:cubicBezTo>
                  <a:pt x="778892" y="64800"/>
                  <a:pt x="764386" y="50294"/>
                  <a:pt x="764386" y="32400"/>
                </a:cubicBezTo>
                <a:cubicBezTo>
                  <a:pt x="764386" y="14506"/>
                  <a:pt x="778892" y="0"/>
                  <a:pt x="796786" y="0"/>
                </a:cubicBezTo>
                <a:close/>
                <a:moveTo>
                  <a:pt x="687566" y="0"/>
                </a:moveTo>
                <a:cubicBezTo>
                  <a:pt x="705460" y="0"/>
                  <a:pt x="719966" y="14506"/>
                  <a:pt x="719966" y="32400"/>
                </a:cubicBezTo>
                <a:cubicBezTo>
                  <a:pt x="719966" y="50294"/>
                  <a:pt x="705460" y="64800"/>
                  <a:pt x="687566" y="64800"/>
                </a:cubicBezTo>
                <a:cubicBezTo>
                  <a:pt x="669672" y="64800"/>
                  <a:pt x="655166" y="50294"/>
                  <a:pt x="655166" y="32400"/>
                </a:cubicBezTo>
                <a:cubicBezTo>
                  <a:pt x="655166" y="14506"/>
                  <a:pt x="669672" y="0"/>
                  <a:pt x="687566" y="0"/>
                </a:cubicBezTo>
                <a:close/>
                <a:moveTo>
                  <a:pt x="578346" y="0"/>
                </a:moveTo>
                <a:lnTo>
                  <a:pt x="578423" y="32"/>
                </a:lnTo>
                <a:lnTo>
                  <a:pt x="578500" y="0"/>
                </a:lnTo>
                <a:cubicBezTo>
                  <a:pt x="596394" y="0"/>
                  <a:pt x="610900" y="14506"/>
                  <a:pt x="610900" y="32400"/>
                </a:cubicBezTo>
                <a:cubicBezTo>
                  <a:pt x="610900" y="50294"/>
                  <a:pt x="596394" y="64800"/>
                  <a:pt x="578500" y="64800"/>
                </a:cubicBezTo>
                <a:lnTo>
                  <a:pt x="578423" y="64768"/>
                </a:lnTo>
                <a:lnTo>
                  <a:pt x="578346" y="64800"/>
                </a:lnTo>
                <a:cubicBezTo>
                  <a:pt x="560452" y="64800"/>
                  <a:pt x="545946" y="50294"/>
                  <a:pt x="545946" y="32400"/>
                </a:cubicBezTo>
                <a:cubicBezTo>
                  <a:pt x="545946" y="14506"/>
                  <a:pt x="560452" y="0"/>
                  <a:pt x="578346" y="0"/>
                </a:cubicBezTo>
                <a:close/>
                <a:moveTo>
                  <a:pt x="469126" y="0"/>
                </a:moveTo>
                <a:lnTo>
                  <a:pt x="469203" y="32"/>
                </a:lnTo>
                <a:lnTo>
                  <a:pt x="469280" y="0"/>
                </a:lnTo>
                <a:cubicBezTo>
                  <a:pt x="487174" y="0"/>
                  <a:pt x="501680" y="14506"/>
                  <a:pt x="501680" y="32400"/>
                </a:cubicBezTo>
                <a:cubicBezTo>
                  <a:pt x="501680" y="50294"/>
                  <a:pt x="487174" y="64800"/>
                  <a:pt x="469280" y="64800"/>
                </a:cubicBezTo>
                <a:lnTo>
                  <a:pt x="469203" y="64768"/>
                </a:lnTo>
                <a:lnTo>
                  <a:pt x="469126" y="64800"/>
                </a:lnTo>
                <a:cubicBezTo>
                  <a:pt x="451232" y="64800"/>
                  <a:pt x="436726" y="50294"/>
                  <a:pt x="436726" y="32400"/>
                </a:cubicBezTo>
                <a:cubicBezTo>
                  <a:pt x="436726" y="14506"/>
                  <a:pt x="451232" y="0"/>
                  <a:pt x="469126" y="0"/>
                </a:cubicBezTo>
                <a:close/>
                <a:moveTo>
                  <a:pt x="359906" y="0"/>
                </a:moveTo>
                <a:lnTo>
                  <a:pt x="359983" y="32"/>
                </a:lnTo>
                <a:lnTo>
                  <a:pt x="360060" y="0"/>
                </a:lnTo>
                <a:cubicBezTo>
                  <a:pt x="377954" y="0"/>
                  <a:pt x="392460" y="14506"/>
                  <a:pt x="392460" y="32400"/>
                </a:cubicBezTo>
                <a:cubicBezTo>
                  <a:pt x="392460" y="50294"/>
                  <a:pt x="377954" y="64800"/>
                  <a:pt x="360060" y="64800"/>
                </a:cubicBezTo>
                <a:lnTo>
                  <a:pt x="359983" y="64768"/>
                </a:lnTo>
                <a:lnTo>
                  <a:pt x="359906" y="64800"/>
                </a:lnTo>
                <a:cubicBezTo>
                  <a:pt x="342012" y="64800"/>
                  <a:pt x="327506" y="50294"/>
                  <a:pt x="327506" y="32400"/>
                </a:cubicBezTo>
                <a:cubicBezTo>
                  <a:pt x="327506" y="14506"/>
                  <a:pt x="342012" y="0"/>
                  <a:pt x="359906" y="0"/>
                </a:cubicBezTo>
                <a:close/>
                <a:moveTo>
                  <a:pt x="250840" y="0"/>
                </a:moveTo>
                <a:cubicBezTo>
                  <a:pt x="268734" y="0"/>
                  <a:pt x="283240" y="14506"/>
                  <a:pt x="283240" y="32400"/>
                </a:cubicBezTo>
                <a:cubicBezTo>
                  <a:pt x="283240" y="50294"/>
                  <a:pt x="268734" y="64800"/>
                  <a:pt x="250840" y="64800"/>
                </a:cubicBezTo>
                <a:cubicBezTo>
                  <a:pt x="232946" y="64800"/>
                  <a:pt x="218440" y="50294"/>
                  <a:pt x="218440" y="32400"/>
                </a:cubicBezTo>
                <a:cubicBezTo>
                  <a:pt x="218440" y="14506"/>
                  <a:pt x="232946" y="0"/>
                  <a:pt x="250840" y="0"/>
                </a:cubicBezTo>
                <a:close/>
                <a:moveTo>
                  <a:pt x="141620" y="0"/>
                </a:moveTo>
                <a:cubicBezTo>
                  <a:pt x="159514" y="0"/>
                  <a:pt x="174020" y="14506"/>
                  <a:pt x="174020" y="32400"/>
                </a:cubicBezTo>
                <a:cubicBezTo>
                  <a:pt x="174020" y="50294"/>
                  <a:pt x="159514" y="64800"/>
                  <a:pt x="141620" y="64800"/>
                </a:cubicBezTo>
                <a:cubicBezTo>
                  <a:pt x="123726" y="64800"/>
                  <a:pt x="109220" y="50294"/>
                  <a:pt x="109220" y="32400"/>
                </a:cubicBezTo>
                <a:cubicBezTo>
                  <a:pt x="109220" y="14506"/>
                  <a:pt x="123726" y="0"/>
                  <a:pt x="141620" y="0"/>
                </a:cubicBezTo>
                <a:close/>
                <a:moveTo>
                  <a:pt x="32400" y="0"/>
                </a:moveTo>
                <a:cubicBezTo>
                  <a:pt x="50294" y="0"/>
                  <a:pt x="64800" y="14506"/>
                  <a:pt x="64800" y="32400"/>
                </a:cubicBezTo>
                <a:cubicBezTo>
                  <a:pt x="64800" y="50294"/>
                  <a:pt x="50294" y="64800"/>
                  <a:pt x="32400" y="64800"/>
                </a:cubicBezTo>
                <a:cubicBezTo>
                  <a:pt x="14506" y="64800"/>
                  <a:pt x="0" y="50294"/>
                  <a:pt x="0" y="32400"/>
                </a:cubicBezTo>
                <a:cubicBezTo>
                  <a:pt x="0" y="14506"/>
                  <a:pt x="14506" y="0"/>
                  <a:pt x="32400" y="0"/>
                </a:cubicBezTo>
                <a:close/>
              </a:path>
            </a:pathLst>
          </a:custGeom>
          <a:solidFill>
            <a:srgbClr val="1D55B3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 rot="3600000">
            <a:off x="10065744" y="5326691"/>
            <a:ext cx="682502" cy="682502"/>
          </a:xfrm>
          <a:prstGeom prst="ellipse">
            <a:avLst/>
          </a:prstGeom>
          <a:solidFill>
            <a:srgbClr val="3A9EFD">
              <a:alpha val="100000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19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slideLayout" Target="../slideLayouts/slideLayout6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tags" Target="../tags/tag58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1" Type="http://schemas.openxmlformats.org/officeDocument/2006/relationships/slideLayout" Target="../slideLayouts/slideLayout6.xml"/><Relationship Id="rId20" Type="http://schemas.openxmlformats.org/officeDocument/2006/relationships/tags" Target="../tags/tag98.xml"/><Relationship Id="rId2" Type="http://schemas.openxmlformats.org/officeDocument/2006/relationships/tags" Target="../tags/tag80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1130300"/>
            <a:ext cx="10858501" cy="18074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实验室设备管理系统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399" y="3116578"/>
            <a:ext cx="5435601" cy="138033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800" b="0" i="0">
                <a:solidFill>
                  <a:srgbClr val="3175E7">
                    <a:alpha val="100000"/>
                  </a:srgbClr>
                </a:solidFill>
                <a:latin typeface="方正兰亭黑Pro 简"/>
                <a:ea typeface="方正兰亭黑Pro 简"/>
                <a:cs typeface="方正兰亭黑Pro 简"/>
              </a:rPr>
              <a:t>项目计划书汇报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46291" y="4605428"/>
            <a:ext cx="1924100" cy="511724"/>
          </a:xfrm>
          <a:prstGeom prst="rect">
            <a:avLst/>
          </a:prstGeom>
          <a:solidFill>
            <a:srgbClr val="1D55B3">
              <a:alpha val="100000"/>
            </a:srgbClr>
          </a:solidFill>
          <a:ln>
            <a:solidFill>
              <a:srgbClr val="3175E7">
                <a:alpha val="100000"/>
              </a:srgbClr>
            </a:solidFill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方正兰亭黑Pro 简"/>
                <a:ea typeface="方正兰亭黑Pro 简"/>
                <a:cs typeface="方正兰亭黑Pro 简"/>
              </a:rPr>
              <a:t>报告人名称</a:t>
            </a:r>
            <a:r>
              <a:rPr lang="zh-CN" altLang="en-US" sz="1600" b="0" i="0">
                <a:solidFill>
                  <a:srgbClr val="FFFFFF">
                    <a:alpha val="100000"/>
                  </a:srgbClr>
                </a:solidFill>
                <a:latin typeface="方正兰亭黑Pro 简"/>
                <a:ea typeface="方正兰亭黑Pro 简"/>
                <a:cs typeface="方正兰亭黑Pro 简"/>
              </a:rPr>
              <a:t>：陆毅</a:t>
            </a:r>
            <a:endParaRPr lang="zh-CN" altLang="en-US" sz="1600" b="0" i="0">
              <a:solidFill>
                <a:srgbClr val="FFFFFF">
                  <a:alpha val="100000"/>
                </a:srgbClr>
              </a:solidFill>
              <a:latin typeface="方正兰亭黑Pro 简"/>
              <a:ea typeface="方正兰亭黑Pro 简"/>
              <a:cs typeface="方正兰亭黑Pro 简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948840" y="4605428"/>
            <a:ext cx="1924101" cy="511724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3175E7">
                <a:alpha val="100000"/>
              </a:srgbClr>
            </a:solidFill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1D55B3">
                    <a:alpha val="100000"/>
                  </a:srgbClr>
                </a:solidFill>
                <a:latin typeface="方正兰亭黑Pro 简"/>
                <a:ea typeface="方正兰亭黑Pro 简"/>
                <a:cs typeface="方正兰亭黑Pro 简"/>
              </a:rPr>
              <a:t>202405550302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96600" cy="5020458"/>
            <a:chOff x="660400" y="1130301"/>
            <a:chExt cx="10896600" cy="5020458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66978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rPr>
                <a:t>传统管理方式效率低下，存在诸多弊端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1926336"/>
              <a:ext cx="10858500" cy="916519"/>
              <a:chOff x="660400" y="1926336"/>
              <a:chExt cx="10858500" cy="916519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60400" y="1926336"/>
                <a:ext cx="1112726" cy="916519"/>
              </a:xfrm>
              <a:prstGeom prst="round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>
                <p:custDataLst>
                  <p:tags r:id="rId3"/>
                </p:custDataLst>
              </p:nvPr>
            </p:nvSpPr>
            <p:spPr>
              <a:xfrm>
                <a:off x="2006600" y="1926336"/>
                <a:ext cx="9512300" cy="916519"/>
              </a:xfrm>
              <a:prstGeom prst="roundRect">
                <a:avLst/>
              </a:prstGeom>
              <a:ln w="12700">
                <a:solidFill>
                  <a:srgbClr val="1D55B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27303" y="1986205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设备信息、借用记录、报修状态等分散在纸质或Excel中，难以统一查询和管理。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198484" y="1986205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信息分散不集中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673100" y="3028970"/>
              <a:ext cx="10858500" cy="916519"/>
              <a:chOff x="673100" y="3028970"/>
              <a:chExt cx="10858500" cy="916519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73100" y="3028970"/>
                <a:ext cx="1112726" cy="916519"/>
              </a:xfrm>
              <a:prstGeom prst="roundRect">
                <a:avLst/>
              </a:prstGeom>
              <a:solidFill>
                <a:srgbClr val="3175E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2019300" y="3028970"/>
                <a:ext cx="9512300" cy="916519"/>
              </a:xfrm>
              <a:prstGeom prst="roundRect">
                <a:avLst/>
              </a:prstGeom>
              <a:ln w="12700">
                <a:solidFill>
                  <a:srgbClr val="1D55B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940003" y="3088839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"/>
                  </a:rPr>
                  <a:t>无法实时追踪设备状态（借出、可用、维修中），导致资源调配困难。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211184" y="3088839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设备去向不明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85800" y="4131605"/>
              <a:ext cx="10858500" cy="916519"/>
              <a:chOff x="685800" y="4131605"/>
              <a:chExt cx="10858500" cy="916519"/>
            </a:xfrm>
          </p:grpSpPr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85800" y="4131605"/>
                <a:ext cx="1112726" cy="916519"/>
              </a:xfrm>
              <a:prstGeom prst="round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2032000" y="4131605"/>
                <a:ext cx="9512300" cy="916519"/>
              </a:xfrm>
              <a:prstGeom prst="roundRect">
                <a:avLst/>
              </a:prstGeom>
              <a:ln w="12700">
                <a:solidFill>
                  <a:srgbClr val="1D55B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952703" y="4191474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"/>
                  </a:rPr>
                  <a:t>借用与报修流程依赖线下沟通，手续繁琐且易出错，用户体验差。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223884" y="4191474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流程繁琐易错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698500" y="5234240"/>
              <a:ext cx="10858500" cy="916519"/>
              <a:chOff x="698500" y="5234240"/>
              <a:chExt cx="10858500" cy="916519"/>
            </a:xfrm>
          </p:grpSpPr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98500" y="5234240"/>
                <a:ext cx="1112726" cy="916519"/>
              </a:xfrm>
              <a:prstGeom prst="roundRect">
                <a:avLst/>
              </a:prstGeom>
              <a:solidFill>
                <a:srgbClr val="3175E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>
                <p:custDataLst>
                  <p:tags r:id="rId15"/>
                </p:custDataLst>
              </p:nvPr>
            </p:nvSpPr>
            <p:spPr>
              <a:xfrm>
                <a:off x="2044700" y="5234240"/>
                <a:ext cx="9512300" cy="916519"/>
              </a:xfrm>
              <a:prstGeom prst="roundRect">
                <a:avLst/>
              </a:prstGeom>
              <a:ln w="12700">
                <a:solidFill>
                  <a:srgbClr val="1D55B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965403" y="5294109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"/>
                  </a:rPr>
                  <a:t>缺乏完整的借用历史和维修记录，设备损坏责任难以界定，无法进行有效的数据分析。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"/>
                </a:endParaRPr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2236584" y="5294109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数据难以追溯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540497"/>
            <a:ext cx="9870440" cy="5257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传统管理痛点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39cba6-6084-4bdf-a4e0-3c19607fe31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方正兰亭黑Pro 简"/>
                <a:ea typeface="方正兰亭黑Pro 简"/>
                <a:cs typeface="方正兰亭黑Pro 简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0" y="0"/>
            <a:ext cx="12192000" cy="5975350"/>
            <a:chOff x="0" y="0"/>
            <a:chExt cx="12192000" cy="5975350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12192000" cy="534289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F2F2F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1130300"/>
              <a:ext cx="2171700" cy="4845050"/>
              <a:chOff x="660401" y="1130300"/>
              <a:chExt cx="2714625" cy="4845050"/>
            </a:xfrm>
          </p:grpSpPr>
          <p:sp>
            <p:nvSpPr>
              <p:cNvPr id="6" name="AutoShape 6"/>
              <p:cNvSpPr/>
              <p:nvPr>
                <p:custDataLst>
                  <p:tags r:id="rId2"/>
                </p:custDataLst>
              </p:nvPr>
            </p:nvSpPr>
            <p:spPr>
              <a:xfrm>
                <a:off x="660401" y="1130300"/>
                <a:ext cx="2714625" cy="38989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3175E7">
                  <a:alpha val="3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54064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统一管理平台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54064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建立集中式的设备信息数据库，实现信息的统一录入、查询与维护。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654176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2832100" y="1130300"/>
              <a:ext cx="2171700" cy="4845050"/>
              <a:chOff x="3375026" y="1130300"/>
              <a:chExt cx="2714625" cy="4845050"/>
            </a:xfrm>
          </p:grpSpPr>
          <p:sp>
            <p:nvSpPr>
              <p:cNvPr id="11" name="AutoShape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3375026" y="1130300"/>
                <a:ext cx="2714625" cy="38989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68689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流程线上化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468689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实现设备借用申请、审批、归还以及报修的全流程线上操作，简化手续。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368801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5003800" y="1130300"/>
              <a:ext cx="2171700" cy="4845050"/>
              <a:chOff x="6089651" y="1130300"/>
              <a:chExt cx="2714625" cy="4845050"/>
            </a:xfrm>
          </p:grpSpPr>
          <p:sp>
            <p:nvSpPr>
              <p:cNvPr id="16" name="AutoShape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6089651" y="1130300"/>
                <a:ext cx="2714625" cy="38989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3175E7">
                  <a:alpha val="3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183314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状态全记录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183314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对设备的借出、归还、报修、维修等状态进行全过程跟踪，实现可追溯。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083426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7175500" y="1130300"/>
              <a:ext cx="2171700" cy="4845050"/>
              <a:chOff x="8804276" y="1130300"/>
              <a:chExt cx="2714625" cy="4845050"/>
            </a:xfrm>
          </p:grpSpPr>
          <p:sp>
            <p:nvSpPr>
              <p:cNvPr id="21" name="AutoShape 21"/>
              <p:cNvSpPr/>
              <p:nvPr>
                <p:custDataLst>
                  <p:tags r:id="rId14"/>
                </p:custDataLst>
              </p:nvPr>
            </p:nvSpPr>
            <p:spPr>
              <a:xfrm>
                <a:off x="8804276" y="1130300"/>
                <a:ext cx="2714625" cy="38989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897939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辅助管理决策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897939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提供数据统计与分析功能，为实验室设备采购、维护等管理决策提供数据支持。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9798051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9347200" y="1130300"/>
              <a:ext cx="2171700" cy="4845050"/>
              <a:chOff x="6089651" y="1130300"/>
              <a:chExt cx="2714625" cy="4845050"/>
            </a:xfrm>
          </p:grpSpPr>
          <p:sp>
            <p:nvSpPr>
              <p:cNvPr id="26" name="AutoShape 26"/>
              <p:cNvSpPr/>
              <p:nvPr>
                <p:custDataLst>
                  <p:tags r:id="rId18"/>
                </p:custDataLst>
              </p:nvPr>
            </p:nvSpPr>
            <p:spPr>
              <a:xfrm>
                <a:off x="6089651" y="1130300"/>
                <a:ext cx="2714625" cy="3898265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3175E7">
                  <a:alpha val="3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6183314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构建可演示系统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6183314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开发一个界面清晰、功能完整、可运行演示的信息系统，满足课程要求。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29" name="TextBox 2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7083426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60400" y="540497"/>
            <a:ext cx="9870440" cy="5257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项目核心目标</a:t>
            </a:r>
            <a:endParaRPr lang="en-US" sz="1100"/>
          </a:p>
        </p:txBody>
      </p:sp>
      <p:sp>
        <p:nvSpPr>
          <p:cNvPr id="31" name="文本框 30"/>
          <p:cNvSpPr txBox="1"/>
          <p:nvPr/>
        </p:nvSpPr>
        <p:spPr>
          <a:xfrm>
            <a:off x="735330" y="5346700"/>
            <a:ext cx="1069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核心用户</a:t>
            </a:r>
            <a:r>
              <a:rPr lang="zh-CN" altLang="en-US" sz="2000"/>
              <a:t>：</a:t>
            </a:r>
            <a:r>
              <a:rPr lang="zh-CN" altLang="en-US" sz="2000" b="1"/>
              <a:t>学生，设备管理员，系统管理员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660400" y="3044858"/>
              <a:ext cx="10858500" cy="0"/>
            </a:xfrm>
            <a:prstGeom prst="line">
              <a:avLst/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6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rPr>
                <a:t>覆盖设备生命周期的关键环节</a:t>
              </a:r>
              <a:endParaRPr lang="en-US" sz="3600" b="1" i="0" strike="noStrike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方正兰亭黑Pro 简 ExtraBold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0400" y="2312472"/>
              <a:ext cx="2389028" cy="3821628"/>
              <a:chOff x="976339" y="2312472"/>
              <a:chExt cx="2389028" cy="3821628"/>
            </a:xfrm>
          </p:grpSpPr>
          <p:sp>
            <p:nvSpPr>
              <p:cNvPr id="7" name="AutoShape 7"/>
              <p:cNvSpPr/>
              <p:nvPr>
                <p:custDataLst>
                  <p:tags r:id="rId3"/>
                </p:custDataLst>
              </p:nvPr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76339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 ExtraBold"/>
                  </a:rPr>
                  <a:t>学生实验借用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76339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"/>
                  </a:rPr>
                  <a:t>学生在参加实验或课程设计时，通过系统查询并借用所需设备。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3483557" y="2312472"/>
              <a:ext cx="2389028" cy="3821628"/>
              <a:chOff x="976339" y="2312472"/>
              <a:chExt cx="2389028" cy="3821628"/>
            </a:xfrm>
          </p:grpSpPr>
          <p:sp>
            <p:nvSpPr>
              <p:cNvPr id="12" name="AutoShape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76339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 ExtraBold"/>
                  </a:rPr>
                  <a:t>设备借还登记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76339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"/>
                  </a:rPr>
                  <a:t>设备管理员在设备借出和归还时，通过系统进行状态更新和检查。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"/>
                </a:endParaRPr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306714" y="2312472"/>
              <a:ext cx="2389028" cy="3821628"/>
              <a:chOff x="976339" y="2312472"/>
              <a:chExt cx="2389028" cy="3821628"/>
            </a:xfrm>
          </p:grpSpPr>
          <p:sp>
            <p:nvSpPr>
              <p:cNvPr id="17" name="AutoShape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6339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 ExtraBold"/>
                  </a:rPr>
                  <a:t>设备损坏报修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76339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"/>
                  </a:rPr>
                  <a:t>用户在使用过程中发现设备损坏，通过系统提交报修申请并跟踪进度。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9129872" y="2312472"/>
              <a:ext cx="2389028" cy="3821628"/>
              <a:chOff x="976339" y="2312472"/>
              <a:chExt cx="2389028" cy="3821628"/>
            </a:xfrm>
          </p:grpSpPr>
          <p:sp>
            <p:nvSpPr>
              <p:cNvPr id="22" name="AutoShape 22"/>
              <p:cNvSpPr/>
              <p:nvPr>
                <p:custDataLst>
                  <p:tags r:id="rId15"/>
                </p:custDataLst>
              </p:nvPr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976339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 ExtraBold"/>
                  </a:rPr>
                  <a:t>管理数据查看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endParaRPr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976339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"/>
                  </a:rPr>
                  <a:t>管理员通过系统查看设备借用频率、热门设备、报修次数等统计数据。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"/>
                </a:endParaRPr>
              </a:p>
            </p:txBody>
          </p:sp>
          <p:sp>
            <p:nvSpPr>
              <p:cNvPr id="25" name="TextBox 2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660400" y="540497"/>
            <a:ext cx="9870440" cy="5257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典型使用场景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2bd0f18-f4a7-435d-8fe1-2e11813df7d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18490" y="1089025"/>
            <a:ext cx="8245475" cy="2520412"/>
            <a:chOff x="590601" y="2504576"/>
            <a:chExt cx="10858500" cy="3029327"/>
          </a:xfrm>
        </p:grpSpPr>
        <p:sp>
          <p:nvSpPr>
            <p:cNvPr id="4" name="TextBox 4"/>
            <p:cNvSpPr txBox="1"/>
            <p:nvPr/>
          </p:nvSpPr>
          <p:spPr>
            <a:xfrm>
              <a:off x="590601" y="2504576"/>
              <a:ext cx="10858500" cy="70088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rPr>
                <a:t>系统功能模块覆盖设备管理全流程</a:t>
              </a:r>
              <a:endParaRPr lang="en-US" sz="1100"/>
            </a:p>
          </p:txBody>
        </p:sp>
        <p:sp>
          <p:nvSpPr>
            <p:cNvPr id="5" name="AutoShape 5"/>
            <p:cNvSpPr/>
            <p:nvPr>
              <p:custDataLst>
                <p:tags r:id="rId2"/>
              </p:custDataLst>
            </p:nvPr>
          </p:nvSpPr>
          <p:spPr>
            <a:xfrm>
              <a:off x="660930" y="3282853"/>
              <a:ext cx="10728822" cy="225105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9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847003" y="3214954"/>
              <a:ext cx="1977881" cy="2171531"/>
              <a:chOff x="847003" y="3214954"/>
              <a:chExt cx="1977881" cy="2171531"/>
            </a:xfrm>
          </p:grpSpPr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876271" y="3214954"/>
                <a:ext cx="1948613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1</a:t>
                </a:r>
                <a:r>
                  <a:rPr lang="zh-CN" alt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：</a:t>
                </a: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用户权限管理</a:t>
                </a:r>
                <a:endParaRPr lang="en-US" sz="20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47003" y="4126485"/>
                <a:ext cx="1948613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实现用户注册、登录、角色区分及个人信息维护。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2991973" y="3214954"/>
              <a:ext cx="1977881" cy="2171531"/>
              <a:chOff x="2991973" y="3214954"/>
              <a:chExt cx="1977881" cy="2171531"/>
            </a:xfrm>
          </p:grpSpPr>
          <p:sp>
            <p:nvSpPr>
              <p:cNvPr id="12" name="TextBox 12"/>
              <p:cNvSpPr txBox="1"/>
              <p:nvPr>
                <p:custDataLst>
                  <p:tags r:id="rId5"/>
                </p:custDataLst>
              </p:nvPr>
            </p:nvSpPr>
            <p:spPr>
              <a:xfrm flipH="1">
                <a:off x="3021241" y="3214954"/>
                <a:ext cx="1948613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2</a:t>
                </a:r>
                <a:r>
                  <a:rPr lang="zh-CN" alt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：</a:t>
                </a: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设备信息管理</a:t>
                </a:r>
                <a:endParaRPr lang="en-US" sz="20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991973" y="4126485"/>
                <a:ext cx="1948613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支持设备分类、信息录入、状态更新与查询筛选。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5138452" y="3214954"/>
              <a:ext cx="1977881" cy="2171531"/>
              <a:chOff x="5138452" y="3214954"/>
              <a:chExt cx="1977881" cy="2171531"/>
            </a:xfrm>
          </p:grpSpPr>
          <p:sp>
            <p:nvSpPr>
              <p:cNvPr id="17" name="TextBox 17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5167720" y="3214954"/>
                <a:ext cx="1948613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3</a:t>
                </a:r>
                <a:r>
                  <a:rPr lang="zh-CN" alt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：</a:t>
                </a: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借用审批管理</a:t>
                </a:r>
                <a:endParaRPr lang="en-US" sz="20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138452" y="4126485"/>
                <a:ext cx="1948613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包含借用申请、审批、借出登记、归还确认及记录查询。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7269815" y="3214954"/>
              <a:ext cx="1977881" cy="2171531"/>
              <a:chOff x="7269815" y="3214954"/>
              <a:chExt cx="1977881" cy="2171531"/>
            </a:xfrm>
          </p:grpSpPr>
          <p:sp>
            <p:nvSpPr>
              <p:cNvPr id="22" name="TextBox 22"/>
              <p:cNvSpPr txBox="1"/>
              <p:nvPr>
                <p:custDataLst>
                  <p:tags r:id="rId9"/>
                </p:custDataLst>
              </p:nvPr>
            </p:nvSpPr>
            <p:spPr>
              <a:xfrm flipH="1">
                <a:off x="7299083" y="3214954"/>
                <a:ext cx="1948613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4</a:t>
                </a:r>
                <a:r>
                  <a:rPr lang="zh-CN" alt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：</a:t>
                </a: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报修维修管理</a:t>
                </a:r>
                <a:endParaRPr lang="en-US" sz="20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269815" y="4126485"/>
                <a:ext cx="1948613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支持报修申请、状态更新、维修记录填写与历史查询。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9401176" y="3214954"/>
              <a:ext cx="1977882" cy="2171531"/>
              <a:chOff x="9401176" y="3214954"/>
              <a:chExt cx="1977882" cy="2171531"/>
            </a:xfrm>
          </p:grpSpPr>
          <p:sp>
            <p:nvSpPr>
              <p:cNvPr id="27" name="TextBox 27"/>
              <p:cNvSpPr txBox="1"/>
              <p:nvPr>
                <p:custDataLst>
                  <p:tags r:id="rId11"/>
                </p:custDataLst>
              </p:nvPr>
            </p:nvSpPr>
            <p:spPr>
              <a:xfrm flipH="1">
                <a:off x="9430445" y="3214954"/>
                <a:ext cx="1948613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5</a:t>
                </a:r>
                <a:r>
                  <a:rPr lang="zh-CN" alt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：</a:t>
                </a: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公告与统计</a:t>
                </a:r>
                <a:endParaRPr lang="en-US" sz="2000"/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401176" y="4126485"/>
                <a:ext cx="1948613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提供公告发布与查看，以及多维度的数据统计功能。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660400" y="540497"/>
            <a:ext cx="9870440" cy="5257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核心功能概览</a:t>
            </a:r>
            <a:endParaRPr lang="en-US" sz="1100"/>
          </a:p>
        </p:txBody>
      </p:sp>
      <p:grpSp>
        <p:nvGrpSpPr>
          <p:cNvPr id="33" name="Group 3"/>
          <p:cNvGrpSpPr/>
          <p:nvPr>
            <p:custDataLst>
              <p:tags r:id="rId13"/>
            </p:custDataLst>
          </p:nvPr>
        </p:nvGrpSpPr>
        <p:grpSpPr>
          <a:xfrm rot="0">
            <a:off x="661034" y="3987800"/>
            <a:ext cx="8952865" cy="2705791"/>
            <a:chOff x="335507" y="1130300"/>
            <a:chExt cx="11172298" cy="5004895"/>
          </a:xfrm>
        </p:grpSpPr>
        <p:sp>
          <p:nvSpPr>
            <p:cNvPr id="34" name="TextBox 4"/>
            <p:cNvSpPr txBox="1"/>
            <p:nvPr/>
          </p:nvSpPr>
          <p:spPr>
            <a:xfrm>
              <a:off x="335507" y="1130300"/>
              <a:ext cx="8123867" cy="52502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rPr>
                <a:t>融合状态变化，清晰展示设备生命周期</a:t>
              </a:r>
              <a:endParaRPr lang="en-US" sz="1100"/>
            </a:p>
          </p:txBody>
        </p:sp>
        <p:grpSp>
          <p:nvGrpSpPr>
            <p:cNvPr id="37" name="Group 7"/>
            <p:cNvGrpSpPr/>
            <p:nvPr/>
          </p:nvGrpSpPr>
          <p:grpSpPr>
            <a:xfrm rot="0">
              <a:off x="669360" y="2255630"/>
              <a:ext cx="3496147" cy="3879565"/>
              <a:chOff x="669360" y="2255630"/>
              <a:chExt cx="3496147" cy="3879565"/>
            </a:xfrm>
          </p:grpSpPr>
          <p:sp>
            <p:nvSpPr>
              <p:cNvPr id="38" name="AutoShape 8"/>
              <p:cNvSpPr/>
              <p:nvPr>
                <p:custDataLst>
                  <p:tags r:id="rId14"/>
                </p:custDataLst>
              </p:nvPr>
            </p:nvSpPr>
            <p:spPr>
              <a:xfrm flipV="1">
                <a:off x="669360" y="2255630"/>
                <a:ext cx="3496147" cy="3879565"/>
              </a:xfrm>
              <a:prstGeom prst="wedgeRectCallout">
                <a:avLst/>
              </a:prstGeom>
              <a:gradFill>
                <a:gsLst>
                  <a:gs pos="0">
                    <a:srgbClr val="1D55B3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1D55B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40" name="TextBox 10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25084" y="2256598"/>
                <a:ext cx="3080400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设备借用流程</a:t>
                </a:r>
                <a:endParaRPr lang="en-US" sz="1100"/>
              </a:p>
            </p:txBody>
          </p:sp>
          <p:sp>
            <p:nvSpPr>
              <p:cNvPr id="41" name="TextBox 1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50286" y="3370467"/>
                <a:ext cx="3080400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学生提交申请 → 设备状态：【待审批】 → 管理员审批通过 → 【借出中】 → 学生归还 → 【待验机】 → 验机通过 → 【可借】。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42" name="Group 12"/>
            <p:cNvGrpSpPr/>
            <p:nvPr/>
          </p:nvGrpSpPr>
          <p:grpSpPr>
            <a:xfrm rot="0">
              <a:off x="4432825" y="2256599"/>
              <a:ext cx="3275063" cy="3877604"/>
              <a:chOff x="3395908" y="2256599"/>
              <a:chExt cx="3275063" cy="3877604"/>
            </a:xfrm>
          </p:grpSpPr>
          <p:sp>
            <p:nvSpPr>
              <p:cNvPr id="43" name="AutoShape 13"/>
              <p:cNvSpPr/>
              <p:nvPr>
                <p:custDataLst>
                  <p:tags r:id="rId17"/>
                </p:custDataLst>
              </p:nvPr>
            </p:nvSpPr>
            <p:spPr>
              <a:xfrm flipV="1">
                <a:off x="3395908" y="2256988"/>
                <a:ext cx="3275063" cy="3877215"/>
              </a:xfrm>
              <a:prstGeom prst="wedgeRectCallout">
                <a:avLst/>
              </a:prstGeom>
              <a:gradFill>
                <a:gsLst>
                  <a:gs pos="0">
                    <a:srgbClr val="1D55B3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1D55B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45" name="TextBox 1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3436576" y="2256599"/>
                <a:ext cx="3080400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设备报修流程</a:t>
                </a:r>
                <a:endParaRPr lang="en-US" sz="1100"/>
              </a:p>
            </p:txBody>
          </p:sp>
          <p:sp>
            <p:nvSpPr>
              <p:cNvPr id="46" name="TextBox 1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3436576" y="3384562"/>
                <a:ext cx="3080400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用户提交报修 → 设备状态：【待维修】 → 实验员确认维修 → 【维修中】 → 维修完成 → 【待验机】 → 验机通过 → 【可</a:t>
                </a:r>
                <a:r>
                  <a:rPr lang="zh-CN" alt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修</a:t>
                </a: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】。</a:t>
                </a:r>
                <a:endParaRPr lang="en-US" sz="1400"/>
              </a:p>
            </p:txBody>
          </p:sp>
        </p:grpSp>
        <p:grpSp>
          <p:nvGrpSpPr>
            <p:cNvPr id="47" name="Group 17"/>
            <p:cNvGrpSpPr/>
            <p:nvPr/>
          </p:nvGrpSpPr>
          <p:grpSpPr>
            <a:xfrm rot="0">
              <a:off x="8221903" y="2255424"/>
              <a:ext cx="3285902" cy="3754276"/>
              <a:chOff x="6196252" y="2255424"/>
              <a:chExt cx="3285902" cy="3754276"/>
            </a:xfrm>
          </p:grpSpPr>
          <p:sp>
            <p:nvSpPr>
              <p:cNvPr id="48" name="AutoShape 18"/>
              <p:cNvSpPr/>
              <p:nvPr>
                <p:custDataLst>
                  <p:tags r:id="rId20"/>
                </p:custDataLst>
              </p:nvPr>
            </p:nvSpPr>
            <p:spPr>
              <a:xfrm flipV="1">
                <a:off x="6196790" y="2256988"/>
                <a:ext cx="3285364" cy="3752712"/>
              </a:xfrm>
              <a:prstGeom prst="wedgeRectCallout">
                <a:avLst/>
              </a:prstGeom>
              <a:gradFill>
                <a:gsLst>
                  <a:gs pos="0">
                    <a:srgbClr val="1D55B3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1D55B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0" name="TextBox 20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6196252" y="2255424"/>
                <a:ext cx="3080400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状态异常处理</a:t>
                </a:r>
                <a:endParaRPr lang="en-US" sz="1100"/>
              </a:p>
            </p:txBody>
          </p:sp>
          <p:sp>
            <p:nvSpPr>
              <p:cNvPr id="51" name="TextBox 2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6204969" y="3384562"/>
                <a:ext cx="3080400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若验机发现问题或设备无法修复，则设备状态分别进入【待维修】或【报废】流程。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</p:grpSp>
      <p:sp>
        <p:nvSpPr>
          <p:cNvPr id="52" name="文本框 51"/>
          <p:cNvSpPr txBox="1"/>
          <p:nvPr/>
        </p:nvSpPr>
        <p:spPr>
          <a:xfrm>
            <a:off x="661670" y="3413760"/>
            <a:ext cx="8202295" cy="49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  <a:sym typeface="+mn-ea"/>
              </a:rPr>
              <a:t>核心业务流程</a:t>
            </a:r>
            <a:endParaRPr 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720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rPr>
                <a:t>采用B\S架构，前后端分离，模块化设计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399" y="2106598"/>
              <a:ext cx="3280940" cy="1885602"/>
              <a:chOff x="6557742" y="2831996"/>
              <a:chExt cx="3117853" cy="1885602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7323780" y="2831996"/>
                <a:ext cx="2351815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架构模式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323777" y="3479996"/>
                <a:ext cx="2351815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B\S（浏览器\服务器）架构，用户通过浏览器即可访问系统，无需安装客户端。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557742" y="3055998"/>
                <a:ext cx="752632" cy="468000"/>
              </a:xfrm>
              <a:prstGeom prst="rect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449180" y="2106598"/>
              <a:ext cx="3280940" cy="1885602"/>
              <a:chOff x="6557742" y="2831996"/>
              <a:chExt cx="3117853" cy="1885602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7323780" y="2831996"/>
                <a:ext cx="2351815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前端技术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323777" y="3479996"/>
                <a:ext cx="2351815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使用HTML\CSS、Bootstrap构建响应式页面，结合Thymeleaf模板引擎实现动态渲染。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557742" y="3055998"/>
                <a:ext cx="752632" cy="468000"/>
              </a:xfrm>
              <a:prstGeom prst="rect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8237960" y="2106598"/>
              <a:ext cx="3280940" cy="1885602"/>
              <a:chOff x="6557742" y="2831996"/>
              <a:chExt cx="3117853" cy="1885602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323780" y="2831996"/>
                <a:ext cx="2351815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后端技术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323777" y="3479996"/>
                <a:ext cx="2351815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基于Spring Boot框架开发业务逻辑，利用MyBatis进行数据库操作，简化开发流程。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557742" y="3055998"/>
                <a:ext cx="752632" cy="468000"/>
              </a:xfrm>
              <a:prstGeom prst="rect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660399" y="4248498"/>
              <a:ext cx="5156288" cy="1885602"/>
              <a:chOff x="6557742" y="2831996"/>
              <a:chExt cx="4899982" cy="1885602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323780" y="2831996"/>
                <a:ext cx="4133944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数据库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323776" y="3479996"/>
                <a:ext cx="4133944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选用MySQL 8.0数据库存储系统所有结构化数据，稳定可靠，易于学习。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57742" y="3055998"/>
                <a:ext cx="752632" cy="468000"/>
              </a:xfrm>
              <a:prstGeom prst="rect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6362612" y="4248498"/>
              <a:ext cx="5156288" cy="1885602"/>
              <a:chOff x="6557742" y="2831996"/>
              <a:chExt cx="4899982" cy="1885602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7323780" y="2831996"/>
                <a:ext cx="4133944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方正兰亭黑Pro 简 ExtraBold"/>
                  </a:rPr>
                  <a:t>系统功能模块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方正兰亭黑Pro 简 ExtraBold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3776" y="3479996"/>
                <a:ext cx="4133944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按用户角色划分为学生端、设备管理员端、管理员端，职责明确，便于开发与维护。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57742" y="3055998"/>
                <a:ext cx="752632" cy="468000"/>
              </a:xfrm>
              <a:prstGeom prst="rect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540497"/>
            <a:ext cx="9870440" cy="5257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技术架构与模块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3f6b8e-1c35-4ec8-a137-f4f64c05d7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56590" y="1130300"/>
            <a:ext cx="10862310" cy="2513330"/>
            <a:chOff x="656843" y="1130304"/>
            <a:chExt cx="10862057" cy="5003796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1787076" y="2520885"/>
              <a:ext cx="1856053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3"/>
              </p:custDataLst>
            </p:nvPr>
          </p:nvSpPr>
          <p:spPr>
            <a:xfrm>
              <a:off x="4036775" y="2539849"/>
              <a:ext cx="1856053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>
              <p:custDataLst>
                <p:tags r:id="rId4"/>
              </p:custDataLst>
            </p:nvPr>
          </p:nvSpPr>
          <p:spPr>
            <a:xfrm>
              <a:off x="6286474" y="2522149"/>
              <a:ext cx="1856052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>
              <p:custDataLst>
                <p:tags r:id="rId5"/>
              </p:custDataLst>
            </p:nvPr>
          </p:nvSpPr>
          <p:spPr>
            <a:xfrm>
              <a:off x="8534469" y="2520950"/>
              <a:ext cx="1856062" cy="1264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0653" y="1130304"/>
              <a:ext cx="10858247" cy="60119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rPr>
                <a:t>倒排工期，确保各节点任务按时完成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rot="0">
              <a:off x="656843" y="2298665"/>
              <a:ext cx="1896786" cy="3835435"/>
              <a:chOff x="656843" y="2298665"/>
              <a:chExt cx="1896786" cy="3835435"/>
            </a:xfrm>
          </p:grpSpPr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349069" y="2298665"/>
                <a:ext cx="482368" cy="482368"/>
              </a:xfrm>
              <a:prstGeom prst="round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56843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第一阶段：计划与开题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56843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完成项目计划书、开题PPT及框架初始化（4月24日前）。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898161" y="2298665"/>
              <a:ext cx="1896786" cy="3835435"/>
              <a:chOff x="2898161" y="2298665"/>
              <a:chExt cx="1896786" cy="3835435"/>
            </a:xfrm>
          </p:grpSpPr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554319" y="2298665"/>
                <a:ext cx="482368" cy="482368"/>
              </a:xfrm>
              <a:prstGeom prst="round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898161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第二阶段：需求与设计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898161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细化需求、完成数据库设计，开发登录模块（4月24日-28日）。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5139479" y="2297400"/>
              <a:ext cx="1896786" cy="3824724"/>
              <a:chOff x="5139479" y="2297400"/>
              <a:chExt cx="1896786" cy="3824724"/>
            </a:xfrm>
          </p:grpSpPr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804018" y="2297400"/>
                <a:ext cx="482368" cy="482368"/>
              </a:xfrm>
              <a:prstGeom prst="round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139479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第三阶段：核心功能开发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139479" y="4462234"/>
                <a:ext cx="1896745" cy="16598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完成设备、借用、报修、公告等核心功能模块开发（4月29日-5月5日）。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7380797" y="2297400"/>
              <a:ext cx="1896786" cy="3836700"/>
              <a:chOff x="7380797" y="2297400"/>
              <a:chExt cx="1896786" cy="3836700"/>
            </a:xfrm>
          </p:grpSpPr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053715" y="2297400"/>
                <a:ext cx="482368" cy="482368"/>
              </a:xfrm>
              <a:prstGeom prst="round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380797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第四阶段：联调与文档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380797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进行系统联调测试，优化页面，整理软件说明书（5月6日-11日）。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9622114" y="2298665"/>
              <a:ext cx="1896786" cy="3835435"/>
              <a:chOff x="9622114" y="2298665"/>
              <a:chExt cx="1896786" cy="3835435"/>
            </a:xfrm>
          </p:grpSpPr>
          <p:sp>
            <p:nvSpPr>
              <p:cNvPr id="26" name="TextBox 26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0303414" y="2298665"/>
                <a:ext cx="482368" cy="482368"/>
              </a:xfrm>
              <a:prstGeom prst="round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9622114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第五阶段：最终完善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622114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提交说明书终稿，准备最终演示与答辩汇报（5月12日）。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540497"/>
            <a:ext cx="9870440" cy="5257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项目进度安排</a:t>
            </a:r>
            <a:endParaRPr lang="en-US" sz="1100"/>
          </a:p>
        </p:txBody>
      </p:sp>
      <p:sp>
        <p:nvSpPr>
          <p:cNvPr id="30" name="文本框 29"/>
          <p:cNvSpPr txBox="1"/>
          <p:nvPr/>
        </p:nvSpPr>
        <p:spPr>
          <a:xfrm>
            <a:off x="636270" y="3657600"/>
            <a:ext cx="271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  <a:sym typeface="+mn-ea"/>
              </a:rPr>
              <a:t>小组成员分工</a:t>
            </a:r>
            <a:endParaRPr lang="zh-CN" altLang="en-US" sz="2400"/>
          </a:p>
        </p:txBody>
      </p:sp>
      <p:grpSp>
        <p:nvGrpSpPr>
          <p:cNvPr id="31" name="Group 3"/>
          <p:cNvGrpSpPr/>
          <p:nvPr/>
        </p:nvGrpSpPr>
        <p:grpSpPr>
          <a:xfrm rot="0">
            <a:off x="697013" y="4225140"/>
            <a:ext cx="10947617" cy="2026435"/>
            <a:chOff x="732760" y="2200109"/>
            <a:chExt cx="10786141" cy="3413912"/>
          </a:xfrm>
        </p:grpSpPr>
        <p:sp>
          <p:nvSpPr>
            <p:cNvPr id="32" name="AutoShape 4"/>
            <p:cNvSpPr/>
            <p:nvPr/>
          </p:nvSpPr>
          <p:spPr>
            <a:xfrm>
              <a:off x="796259" y="2200109"/>
              <a:ext cx="2009647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D55B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33" name="Group 5"/>
            <p:cNvGrpSpPr/>
            <p:nvPr/>
          </p:nvGrpSpPr>
          <p:grpSpPr>
            <a:xfrm rot="0">
              <a:off x="732760" y="2368962"/>
              <a:ext cx="1976275" cy="2982539"/>
              <a:chOff x="732760" y="2368962"/>
              <a:chExt cx="1976275" cy="2982539"/>
            </a:xfrm>
          </p:grpSpPr>
          <p:sp>
            <p:nvSpPr>
              <p:cNvPr id="34" name="TextBox 6"/>
              <p:cNvSpPr txBox="1"/>
              <p:nvPr/>
            </p:nvSpPr>
            <p:spPr>
              <a:xfrm>
                <a:off x="893135" y="3257712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1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项目负责人兼数据库设计</a:t>
                </a:r>
                <a:endParaRPr lang="en-US" sz="1600"/>
              </a:p>
            </p:txBody>
          </p:sp>
          <p:sp>
            <p:nvSpPr>
              <p:cNvPr id="35" name="TextBox 7"/>
              <p:cNvSpPr txBox="1"/>
              <p:nvPr/>
            </p:nvSpPr>
            <p:spPr>
              <a:xfrm>
                <a:off x="892922" y="3939395"/>
                <a:ext cx="1815589" cy="1412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负责项目整体技术方案制定、数据库设计与建表脚本编写。</a:t>
                </a:r>
                <a:endParaRPr lang="en-US" sz="1100"/>
              </a:p>
            </p:txBody>
          </p:sp>
          <p:sp>
            <p:nvSpPr>
              <p:cNvPr id="36" name="TextBox 8"/>
              <p:cNvSpPr txBox="1"/>
              <p:nvPr/>
            </p:nvSpPr>
            <p:spPr>
              <a:xfrm>
                <a:off x="732760" y="2368962"/>
                <a:ext cx="1815904" cy="572508"/>
              </a:xfrm>
              <a:prstGeom prst="homePlate">
                <a:avLst/>
              </a:prstGeom>
              <a:gradFill>
                <a:gsLst>
                  <a:gs pos="0">
                    <a:srgbClr val="1D55B3">
                      <a:alpha val="100000"/>
                      <a:lumMod val="60000"/>
                      <a:lumOff val="40000"/>
                    </a:srgbClr>
                  </a:gs>
                  <a:gs pos="75000">
                    <a:srgbClr val="1D55B3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37" name="AutoShape 9"/>
            <p:cNvSpPr/>
            <p:nvPr/>
          </p:nvSpPr>
          <p:spPr>
            <a:xfrm>
              <a:off x="2975030" y="2200109"/>
              <a:ext cx="200964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D55B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38" name="Group 10"/>
            <p:cNvGrpSpPr/>
            <p:nvPr/>
          </p:nvGrpSpPr>
          <p:grpSpPr>
            <a:xfrm rot="0">
              <a:off x="2896079" y="2368962"/>
              <a:ext cx="1991392" cy="2982539"/>
              <a:chOff x="2896079" y="2368962"/>
              <a:chExt cx="1991392" cy="2982539"/>
            </a:xfrm>
          </p:grpSpPr>
          <p:sp>
            <p:nvSpPr>
              <p:cNvPr id="39" name="TextBox 11"/>
              <p:cNvSpPr txBox="1"/>
              <p:nvPr/>
            </p:nvSpPr>
            <p:spPr>
              <a:xfrm>
                <a:off x="3071882" y="3257947"/>
                <a:ext cx="1815589" cy="6333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1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前端开发</a:t>
                </a:r>
                <a:endParaRPr lang="en-US" sz="1600"/>
              </a:p>
            </p:txBody>
          </p:sp>
          <p:sp>
            <p:nvSpPr>
              <p:cNvPr id="40" name="TextBox 12"/>
              <p:cNvSpPr txBox="1"/>
              <p:nvPr/>
            </p:nvSpPr>
            <p:spPr>
              <a:xfrm>
                <a:off x="3071882" y="3939395"/>
                <a:ext cx="1815589" cy="1412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负责所有前端页面的开发、整合与优化，确保界面美观、交互流畅。</a:t>
                </a:r>
                <a:endParaRPr lang="en-US" sz="1100"/>
              </a:p>
            </p:txBody>
          </p:sp>
          <p:sp>
            <p:nvSpPr>
              <p:cNvPr id="41" name="TextBox 13"/>
              <p:cNvSpPr txBox="1"/>
              <p:nvPr/>
            </p:nvSpPr>
            <p:spPr>
              <a:xfrm>
                <a:off x="2896079" y="2368962"/>
                <a:ext cx="1815902" cy="572508"/>
              </a:xfrm>
              <a:prstGeom prst="homePlate">
                <a:avLst/>
              </a:prstGeom>
              <a:gradFill>
                <a:gsLst>
                  <a:gs pos="0">
                    <a:srgbClr val="3175E7">
                      <a:alpha val="100000"/>
                      <a:lumMod val="60000"/>
                      <a:lumOff val="40000"/>
                    </a:srgbClr>
                  </a:gs>
                  <a:gs pos="75000">
                    <a:srgbClr val="3175E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42" name="AutoShape 14"/>
            <p:cNvSpPr/>
            <p:nvPr/>
          </p:nvSpPr>
          <p:spPr>
            <a:xfrm>
              <a:off x="5153802" y="2200109"/>
              <a:ext cx="200964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D55B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43" name="Group 15"/>
            <p:cNvGrpSpPr/>
            <p:nvPr/>
          </p:nvGrpSpPr>
          <p:grpSpPr>
            <a:xfrm rot="0">
              <a:off x="5074851" y="2368960"/>
              <a:ext cx="1991392" cy="2982539"/>
              <a:chOff x="5074851" y="2368960"/>
              <a:chExt cx="1991392" cy="2982539"/>
            </a:xfrm>
          </p:grpSpPr>
          <p:sp>
            <p:nvSpPr>
              <p:cNvPr id="44" name="TextBox 16"/>
              <p:cNvSpPr txBox="1"/>
              <p:nvPr/>
            </p:nvSpPr>
            <p:spPr>
              <a:xfrm>
                <a:off x="5250654" y="3257945"/>
                <a:ext cx="1815589" cy="6333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1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后端设计</a:t>
                </a:r>
                <a:endParaRPr lang="en-US" sz="1600"/>
              </a:p>
            </p:txBody>
          </p:sp>
          <p:sp>
            <p:nvSpPr>
              <p:cNvPr id="45" name="TextBox 17"/>
              <p:cNvSpPr txBox="1"/>
              <p:nvPr/>
            </p:nvSpPr>
            <p:spPr>
              <a:xfrm>
                <a:off x="5250654" y="3891253"/>
                <a:ext cx="1815589" cy="14602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负责后端业务逻辑开发，包括用户权限、设备管理、借用审批等核心接口。</a:t>
                </a:r>
                <a:endParaRPr lang="en-US" sz="1100"/>
              </a:p>
            </p:txBody>
          </p:sp>
          <p:sp>
            <p:nvSpPr>
              <p:cNvPr id="46" name="TextBox 18"/>
              <p:cNvSpPr txBox="1"/>
              <p:nvPr/>
            </p:nvSpPr>
            <p:spPr>
              <a:xfrm>
                <a:off x="5074851" y="2368960"/>
                <a:ext cx="1815902" cy="572508"/>
              </a:xfrm>
              <a:prstGeom prst="homePlate">
                <a:avLst/>
              </a:prstGeom>
              <a:gradFill>
                <a:gsLst>
                  <a:gs pos="0">
                    <a:srgbClr val="3A9EFD">
                      <a:alpha val="100000"/>
                      <a:lumMod val="60000"/>
                      <a:lumOff val="40000"/>
                    </a:srgbClr>
                  </a:gs>
                  <a:gs pos="75000">
                    <a:srgbClr val="3A9EF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47" name="AutoShape 19"/>
            <p:cNvSpPr/>
            <p:nvPr/>
          </p:nvSpPr>
          <p:spPr>
            <a:xfrm>
              <a:off x="7330483" y="2200112"/>
              <a:ext cx="2009646" cy="3413909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D55B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48" name="Group 20"/>
            <p:cNvGrpSpPr/>
            <p:nvPr/>
          </p:nvGrpSpPr>
          <p:grpSpPr>
            <a:xfrm rot="0">
              <a:off x="7253621" y="2368961"/>
              <a:ext cx="1989515" cy="2982539"/>
              <a:chOff x="7253621" y="2368961"/>
              <a:chExt cx="1989515" cy="2982539"/>
            </a:xfrm>
          </p:grpSpPr>
          <p:sp>
            <p:nvSpPr>
              <p:cNvPr id="49" name="TextBox 21"/>
              <p:cNvSpPr txBox="1"/>
              <p:nvPr/>
            </p:nvSpPr>
            <p:spPr>
              <a:xfrm>
                <a:off x="7427547" y="3257946"/>
                <a:ext cx="1815589" cy="6333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1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需求分析与汇总</a:t>
                </a:r>
                <a:endParaRPr lang="en-US" sz="1600"/>
              </a:p>
            </p:txBody>
          </p:sp>
          <p:sp>
            <p:nvSpPr>
              <p:cNvPr id="50" name="TextBox 22"/>
              <p:cNvSpPr txBox="1"/>
              <p:nvPr/>
            </p:nvSpPr>
            <p:spPr>
              <a:xfrm>
                <a:off x="7427547" y="3939394"/>
                <a:ext cx="1815589" cy="1412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负责细化各模块功能需求，编写需求文档，并协助测试。</a:t>
                </a:r>
                <a:endParaRPr lang="en-US" sz="1100"/>
              </a:p>
            </p:txBody>
          </p:sp>
          <p:sp>
            <p:nvSpPr>
              <p:cNvPr id="51" name="TextBox 23"/>
              <p:cNvSpPr txBox="1"/>
              <p:nvPr/>
            </p:nvSpPr>
            <p:spPr>
              <a:xfrm>
                <a:off x="7253621" y="2368961"/>
                <a:ext cx="1811725" cy="572507"/>
              </a:xfrm>
              <a:prstGeom prst="homePlate">
                <a:avLst/>
              </a:prstGeom>
              <a:gradFill>
                <a:gsLst>
                  <a:gs pos="0">
                    <a:srgbClr val="9ECAFD">
                      <a:alpha val="100000"/>
                      <a:lumMod val="60000"/>
                      <a:lumOff val="40000"/>
                    </a:srgbClr>
                  </a:gs>
                  <a:gs pos="75000">
                    <a:srgbClr val="9ECAF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52" name="AutoShape 24"/>
            <p:cNvSpPr/>
            <p:nvPr/>
          </p:nvSpPr>
          <p:spPr>
            <a:xfrm>
              <a:off x="9509255" y="2200112"/>
              <a:ext cx="2009646" cy="3413909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D55B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3" name="Group 25"/>
            <p:cNvGrpSpPr/>
            <p:nvPr/>
          </p:nvGrpSpPr>
          <p:grpSpPr>
            <a:xfrm rot="0">
              <a:off x="9430305" y="2368961"/>
              <a:ext cx="1991392" cy="2982539"/>
              <a:chOff x="9430305" y="2368961"/>
              <a:chExt cx="1991392" cy="2982539"/>
            </a:xfrm>
          </p:grpSpPr>
          <p:sp>
            <p:nvSpPr>
              <p:cNvPr id="54" name="TextBox 26"/>
              <p:cNvSpPr txBox="1"/>
              <p:nvPr/>
            </p:nvSpPr>
            <p:spPr>
              <a:xfrm>
                <a:off x="9606108" y="3257946"/>
                <a:ext cx="1815589" cy="6333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1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测试与文档撰写</a:t>
                </a:r>
                <a:endParaRPr lang="en-US" sz="1600"/>
              </a:p>
            </p:txBody>
          </p:sp>
          <p:sp>
            <p:nvSpPr>
              <p:cNvPr id="55" name="TextBox 27"/>
              <p:cNvSpPr txBox="1"/>
              <p:nvPr/>
            </p:nvSpPr>
            <p:spPr>
              <a:xfrm>
                <a:off x="9606108" y="3939394"/>
                <a:ext cx="1815589" cy="1412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负责编写测试用例、进行系统测试，并撰写项目计划书、说明书等文档。</a:t>
                </a:r>
                <a:endParaRPr lang="en-US" sz="1100"/>
              </a:p>
            </p:txBody>
          </p:sp>
          <p:sp>
            <p:nvSpPr>
              <p:cNvPr id="56" name="TextBox 28"/>
              <p:cNvSpPr txBox="1"/>
              <p:nvPr/>
            </p:nvSpPr>
            <p:spPr>
              <a:xfrm>
                <a:off x="9430305" y="2368961"/>
                <a:ext cx="1815903" cy="572507"/>
              </a:xfrm>
              <a:prstGeom prst="homePlate">
                <a:avLst/>
              </a:prstGeom>
              <a:gradFill>
                <a:gsLst>
                  <a:gs pos="0">
                    <a:srgbClr val="B5D8FD">
                      <a:alpha val="100000"/>
                      <a:lumMod val="60000"/>
                      <a:lumOff val="40000"/>
                    </a:srgbClr>
                  </a:gs>
                  <a:gs pos="75000">
                    <a:srgbClr val="B5D8F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6e18ec2-eb76-4b5a-afc5-9bbcf3ed8bbf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399" y="1130300"/>
            <a:ext cx="10858500" cy="5003800"/>
            <a:chOff x="660399" y="1130300"/>
            <a:chExt cx="10858500" cy="5003800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1049196" y="2148654"/>
              <a:ext cx="4624420" cy="1811994"/>
              <a:chOff x="1611862" y="2101850"/>
              <a:chExt cx="3560234" cy="1905602"/>
            </a:xfrm>
          </p:grpSpPr>
          <p:sp>
            <p:nvSpPr>
              <p:cNvPr id="5" name="AutoShape 5"/>
              <p:cNvSpPr/>
              <p:nvPr>
                <p:custDataLst>
                  <p:tags r:id="rId2"/>
                </p:custDataLst>
              </p:nvPr>
            </p:nvSpPr>
            <p:spPr>
              <a:xfrm>
                <a:off x="1673613" y="2698750"/>
                <a:ext cx="3409015" cy="49892"/>
              </a:xfrm>
              <a:prstGeom prst="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611863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316228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 ExtraBold"/>
                  </a:rPr>
                  <a:t>仓库设置</a:t>
                </a:r>
                <a:endParaRPr lang="en-US" sz="32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611862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20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建立远端仓库，使用main分支存放稳定版本，成员在各自功能分支上开发。</a:t>
                </a:r>
                <a:endParaRPr lang="en-US" sz="20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505684" y="2148654"/>
              <a:ext cx="4624420" cy="1811994"/>
              <a:chOff x="3645551" y="2101850"/>
              <a:chExt cx="3560234" cy="1905602"/>
            </a:xfrm>
          </p:grpSpPr>
          <p:sp>
            <p:nvSpPr>
              <p:cNvPr id="1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3707303" y="2698750"/>
                <a:ext cx="3409015" cy="49892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645552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349917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 ExtraBold"/>
                  </a:rPr>
                  <a:t>分支建议</a:t>
                </a:r>
                <a:endParaRPr lang="en-US" sz="32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645551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20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按成员分工创建feature-auth、feature-device等功能分支。</a:t>
                </a:r>
                <a:endParaRPr lang="en-US" sz="20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60399" y="1130300"/>
              <a:ext cx="10858500" cy="56757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rPr>
                <a:t>规范团队协作，确保过程证据完整</a:t>
              </a:r>
              <a:endParaRPr lang="en-US" sz="1100"/>
            </a:p>
          </p:txBody>
        </p:sp>
        <p:grpSp>
          <p:nvGrpSpPr>
            <p:cNvPr id="15" name="Group 15"/>
            <p:cNvGrpSpPr/>
            <p:nvPr/>
          </p:nvGrpSpPr>
          <p:grpSpPr>
            <a:xfrm rot="0">
              <a:off x="1049196" y="4322106"/>
              <a:ext cx="4624420" cy="1811994"/>
              <a:chOff x="1611862" y="2101850"/>
              <a:chExt cx="3560234" cy="1905602"/>
            </a:xfrm>
          </p:grpSpPr>
          <p:sp>
            <p:nvSpPr>
              <p:cNvPr id="16" name="AutoShape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1673613" y="2698750"/>
                <a:ext cx="3409015" cy="49892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611863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316228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 ExtraBold"/>
                  </a:rPr>
                  <a:t>提交要求</a:t>
                </a:r>
                <a:endParaRPr lang="en-US" sz="32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611862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20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每两天至少一次有效提交，提交说明清晰规范。</a:t>
                </a:r>
                <a:endParaRPr lang="en-US" sz="20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6505371" y="4322106"/>
              <a:ext cx="4624420" cy="1811994"/>
              <a:chOff x="3645224" y="2101850"/>
              <a:chExt cx="3560234" cy="1905602"/>
            </a:xfrm>
          </p:grpSpPr>
          <p:sp>
            <p:nvSpPr>
              <p:cNvPr id="21" name="AutoShape 21"/>
              <p:cNvSpPr/>
              <p:nvPr>
                <p:custDataLst>
                  <p:tags r:id="rId14"/>
                </p:custDataLst>
              </p:nvPr>
            </p:nvSpPr>
            <p:spPr>
              <a:xfrm>
                <a:off x="3706976" y="2698750"/>
                <a:ext cx="3409015" cy="49892"/>
              </a:xfrm>
              <a:prstGeom prst="rect">
                <a:avLst/>
              </a:prstGeom>
              <a:solidFill>
                <a:srgbClr val="1D55B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645225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349590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方正兰亭黑Pro 简 ExtraBold"/>
                  </a:rPr>
                  <a:t>目录建议</a:t>
                </a:r>
                <a:endParaRPr lang="en-US" sz="32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方正兰亭黑Pro 简 ExtraBold"/>
                </a:endParaRPr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645224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2000" b="0" i="0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使用docs、sql、src、tests、reports等目录分别存放不同类型文件。</a:t>
                </a:r>
                <a:endParaRPr lang="en-US" sz="2000" b="0" i="0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540497"/>
            <a:ext cx="9870440" cy="5257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Git协作规范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4" name="AutoShape 4"/>
            <p:cNvSpPr/>
            <p:nvPr/>
          </p:nvSpPr>
          <p:spPr>
            <a:xfrm>
              <a:off x="660400" y="2829436"/>
              <a:ext cx="10858500" cy="1550336"/>
            </a:xfrm>
            <a:prstGeom prst="rect">
              <a:avLst/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151248" y="2777730"/>
              <a:ext cx="94491" cy="108730"/>
            </a:xfrm>
            <a:custGeom>
              <a:avLst/>
              <a:gdLst/>
              <a:ahLst/>
              <a:cxnLst/>
              <a:rect l="l" t="t" r="r" b="b"/>
              <a:pathLst>
                <a:path w="185158" h="213059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rgbClr val="2F2F2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939912" y="2777730"/>
              <a:ext cx="94491" cy="108730"/>
            </a:xfrm>
            <a:custGeom>
              <a:avLst/>
              <a:gdLst/>
              <a:ahLst/>
              <a:cxnLst/>
              <a:rect l="l" t="t" r="r" b="b"/>
              <a:pathLst>
                <a:path w="185158" h="213059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rgbClr val="2F2F2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6043992" y="4304223"/>
              <a:ext cx="94491" cy="108730"/>
            </a:xfrm>
            <a:custGeom>
              <a:avLst/>
              <a:gdLst/>
              <a:ahLst/>
              <a:cxnLst/>
              <a:rect l="l" t="t" r="r" b="b"/>
              <a:pathLst>
                <a:path w="185158" h="213059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rgbClr val="2F2F2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3600" y="3136604"/>
              <a:ext cx="10464800" cy="936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rPr>
                <a:t>明确近期核心任务，快速启动项目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rot="0">
              <a:off x="680985" y="1130299"/>
              <a:ext cx="3240000" cy="1971469"/>
              <a:chOff x="680985" y="1130299"/>
              <a:chExt cx="3240000" cy="1971469"/>
            </a:xfrm>
          </p:grpSpPr>
          <p:sp>
            <p:nvSpPr>
              <p:cNvPr id="10" name="TextBox 10"/>
              <p:cNvSpPr txBox="1"/>
              <p:nvPr/>
            </p:nvSpPr>
            <p:spPr>
              <a:xfrm flipH="1">
                <a:off x="2036222" y="2581422"/>
                <a:ext cx="529526" cy="520346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80985" y="1130299"/>
                <a:ext cx="32400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确定项目题目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80985" y="1778299"/>
                <a:ext cx="3240000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最终确定项目题目为“校园实验室设备借用与报修管理系统”。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4472824" y="1130299"/>
              <a:ext cx="3240000" cy="1971469"/>
              <a:chOff x="4472824" y="1130299"/>
              <a:chExt cx="3240000" cy="1971469"/>
            </a:xfrm>
          </p:grpSpPr>
          <p:sp>
            <p:nvSpPr>
              <p:cNvPr id="14" name="TextBox 14"/>
              <p:cNvSpPr txBox="1"/>
              <p:nvPr/>
            </p:nvSpPr>
            <p:spPr>
              <a:xfrm flipH="1">
                <a:off x="5828061" y="2581422"/>
                <a:ext cx="529526" cy="520346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72824" y="1130299"/>
                <a:ext cx="32400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确定小组分工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72824" y="1778299"/>
                <a:ext cx="3240000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明确五人分工，补充成员信息，形成分工表。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258316" y="1130299"/>
              <a:ext cx="3240000" cy="1971469"/>
              <a:chOff x="8258316" y="1130299"/>
              <a:chExt cx="3240000" cy="1971469"/>
            </a:xfrm>
          </p:grpSpPr>
          <p:sp>
            <p:nvSpPr>
              <p:cNvPr id="18" name="TextBox 18"/>
              <p:cNvSpPr txBox="1"/>
              <p:nvPr/>
            </p:nvSpPr>
            <p:spPr>
              <a:xfrm flipH="1">
                <a:off x="9613553" y="2581422"/>
                <a:ext cx="529526" cy="520346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258316" y="1130299"/>
                <a:ext cx="32400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建立Git仓库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58316" y="1778299"/>
                <a:ext cx="3240000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立即建立远端Git仓库并搭建核心目录。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6493004" y="4119599"/>
              <a:ext cx="5025896" cy="2014501"/>
              <a:chOff x="6493004" y="4119599"/>
              <a:chExt cx="5025896" cy="2014501"/>
            </a:xfrm>
          </p:grpSpPr>
          <p:sp>
            <p:nvSpPr>
              <p:cNvPr id="22" name="TextBox 22"/>
              <p:cNvSpPr txBox="1"/>
              <p:nvPr/>
            </p:nvSpPr>
            <p:spPr>
              <a:xfrm flipH="1">
                <a:off x="8741189" y="4119599"/>
                <a:ext cx="529526" cy="520346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93004" y="4694100"/>
                <a:ext cx="502589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提交基础文件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93004" y="5342100"/>
                <a:ext cx="5025896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在仓库中提交项目计划书、需求分析、开题PPT提纲等基础文件。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660400" y="4119599"/>
              <a:ext cx="5025896" cy="2014501"/>
              <a:chOff x="660400" y="4119599"/>
              <a:chExt cx="5025896" cy="2014501"/>
            </a:xfrm>
          </p:grpSpPr>
          <p:sp>
            <p:nvSpPr>
              <p:cNvPr id="26" name="TextBox 26"/>
              <p:cNvSpPr txBox="1"/>
              <p:nvPr/>
            </p:nvSpPr>
            <p:spPr>
              <a:xfrm flipH="1">
                <a:off x="2908585" y="4119599"/>
                <a:ext cx="529526" cy="520346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0400" y="4694100"/>
                <a:ext cx="502589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方正兰亭黑Pro 简 ExtraBold"/>
                    <a:ea typeface="方正兰亭黑Pro 简 ExtraBold"/>
                    <a:cs typeface="方正兰亭黑Pro 简 ExtraBold"/>
                  </a:rPr>
                  <a:t>绘制核心图表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方正兰亭黑Pro 简 ExtraBold"/>
                  <a:ea typeface="方正兰亭黑Pro 简 ExtraBold"/>
                  <a:cs typeface="方正兰亭黑Pro 简 ExtraBold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0400" y="5342100"/>
                <a:ext cx="5025896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2F2F2F">
                        <a:alpha val="100000"/>
                      </a:srgbClr>
                    </a:solidFill>
                    <a:latin typeface="方正兰亭黑Pro 简"/>
                    <a:ea typeface="方正兰亭黑Pro 简"/>
                    <a:cs typeface="方正兰亭黑Pro 简"/>
                  </a:rPr>
                  <a:t>完成设备借用流程图、系统E-R图、功能结构图。</a:t>
                </a:r>
                <a:endParaRPr lang="en-US" sz="1600" b="0" i="0" strike="noStrike">
                  <a:solidFill>
                    <a:srgbClr val="2F2F2F">
                      <a:alpha val="100000"/>
                    </a:srgbClr>
                  </a:solidFill>
                  <a:latin typeface="方正兰亭黑Pro 简"/>
                  <a:ea typeface="方正兰亭黑Pro 简"/>
                  <a:cs typeface="方正兰亭黑Pro 简"/>
                </a:endParaRPr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540497"/>
            <a:ext cx="9870440" cy="5257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近期任务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2419352"/>
            <a:ext cx="108585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solidFill>
                  <a:srgbClr val="1D55B3">
                    <a:alpha val="100000"/>
                  </a:srgbClr>
                </a:solidFill>
                <a:latin typeface="方正兰亭黑Pro 简 ExtraBold"/>
                <a:ea typeface="方正兰亭黑Pro 简 ExtraBold"/>
                <a:cs typeface="方正兰亭黑Pro 简 ExtraBold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2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3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4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5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6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7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8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9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0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1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2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3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4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5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6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7.xml><?xml version="1.0" encoding="utf-8"?>
<p:tagLst xmlns:p="http://schemas.openxmlformats.org/presentationml/2006/main">
  <p:tag name="KSO_WM_DIAGRAM_VIRTUALLY_FRAME" val="{&quot;height&quot;:395.31165354330716,&quot;left&quot;:52,&quot;top&quot;:89,&quot;width&quot;:858}"/>
</p:tagLst>
</file>

<file path=ppt/tags/tag18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9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0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3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4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5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6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7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8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9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0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3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4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5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6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7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8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9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0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6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7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8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9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0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6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7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58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59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0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1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2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3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4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5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6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7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8.xml><?xml version="1.0" encoding="utf-8"?>
<p:tagLst xmlns:p="http://schemas.openxmlformats.org/presentationml/2006/main">
  <p:tag name="KSO_WM_DIAGRAM_VIRTUALLY_FRAME" val="{&quot;height&quot;:397.25,&quot;left&quot;:48.01276139569345,&quot;top&quot;:85.75,&quot;width&quot;:859.4872386043065}"/>
</p:tagLst>
</file>

<file path=ppt/tags/tag69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0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1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2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3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4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5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6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7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8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0000787401575}"/>
</p:tagLst>
</file>

<file path=ppt/tags/tag79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0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1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2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3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4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5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6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7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8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89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0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1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2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3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4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5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6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7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8.xml><?xml version="1.0" encoding="utf-8"?>
<p:tagLst xmlns:p="http://schemas.openxmlformats.org/presentationml/2006/main">
  <p:tag name="KSO_WM_DIAGRAM_VIRTUALLY_FRAME" val="{&quot;height&quot;:394,&quot;left&quot;:51.7,&quot;top&quot;:89,&quot;width&quot;:855.3}"/>
</p:tagLst>
</file>

<file path=ppt/tags/tag99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0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1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2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3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4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5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6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7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8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09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10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11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12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13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14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ags/tag115.xml><?xml version="1.0" encoding="utf-8"?>
<p:tagLst xmlns:p="http://schemas.openxmlformats.org/presentationml/2006/main">
  <p:tag name="KSO_WM_DIAGRAM_VIRTUALLY_FRAME" val="{&quot;height&quot;:394,&quot;left&quot;:51.999921259842516,&quot;top&quot;:89,&quot;width&quot;:855}"/>
</p:tagLst>
</file>

<file path=ppt/theme/theme1.xml><?xml version="1.0" encoding="utf-8"?>
<a:theme xmlns:a="http://schemas.openxmlformats.org/drawingml/2006/main" name="f019eae7-482d-416b-8391-93fae89f5e6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2073</Words>
  <Application>WPS 演示</Application>
  <PresentationFormat>On-screen Show (4:3)</PresentationFormat>
  <Paragraphs>305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方正兰亭黑Pro 简 ExtraBold</vt:lpstr>
      <vt:lpstr>黑体</vt:lpstr>
      <vt:lpstr>方正兰亭黑Pro 简</vt:lpstr>
      <vt:lpstr>Arial</vt:lpstr>
      <vt:lpstr>Calibri</vt:lpstr>
      <vt:lpstr>微软雅黑</vt:lpstr>
      <vt:lpstr>Arial Unicode MS</vt:lpstr>
      <vt:lpstr>方正兰亭黑Pro 简</vt:lpstr>
      <vt:lpstr>方正兰亭黑Pro 简 ExtraBold</vt:lpstr>
      <vt:lpstr>方正兰亭黑Pro</vt:lpstr>
      <vt:lpstr>f019eae7-482d-416b-8391-93fae89f5e6e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XXY</cp:lastModifiedBy>
  <cp:revision>7</cp:revision>
  <dcterms:created xsi:type="dcterms:W3CDTF">2006-08-16T00:00:00Z</dcterms:created>
  <dcterms:modified xsi:type="dcterms:W3CDTF">2026-04-23T15:44:38Z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57F31131799D432786922A77627B3228_13</vt:lpwstr>
  </property>
  <property fmtid="{D5CDD505-2E9C-101B-9397-08002B2CF9AE}" pid="3" name="KSOProductBuildVer">
    <vt:lpwstr>2052-12.1.0.25865</vt:lpwstr>
  </property>
</Properties>
</file>